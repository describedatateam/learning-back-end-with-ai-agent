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1. By the end you should be able to explain what a request is made of and which Python tools split it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it to what you already know: you've split messy text columns into tidy fields in pandas. A request is one messy string that needs the same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never type this yourself. The tests call parse_request(raw) and pass this text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the header names are lower-case and the values have no extra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_ for a piece you don't need. Because partition only splits once, the colon inside localhost:8000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from the chat: raw.urlsplit(...) (it's a function, not a method) and parts["path"] (use parts.path).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an empty dict, and fill in one key per line inside the loop. Methods can be chained: key.strip().lower().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codecamp.org/news/what-is-http/" TargetMode="External"/><Relationship Id="rId3" Type="http://schemas.openxmlformats.org/officeDocument/2006/relationships/hyperlink" Target="https://developer.mozilla.org/en-US/docs/Web/HTTP/Guides/Overview" TargetMode="External"/><Relationship Id="rId4" Type="http://schemas.openxmlformats.org/officeDocument/2006/relationships/hyperlink" Target="https://developer.mozilla.org/en-US/docs/Web/HTTP/Guides/Messages" TargetMode="External"/><Relationship Id="rId5" Type="http://schemas.openxmlformats.org/officeDocument/2006/relationships/hyperlink" Target="https://developer.mozilla.org/en-US/docs/Web/HTTP/Reference/Methods" TargetMode="External"/><Relationship Id="rId6" Type="http://schemas.openxmlformats.org/officeDocument/2006/relationships/hyperlink" Target="https://docs.python.org/3/library/urllib.parse.html#urllib.parse.urlspli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1  ·  EXERCISE 01  · 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Read an HTTP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Read the text message every web request really is, and pull out the useful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When you open a website, your browser sends a short </a:t>
            </a:r>
            <a:r>
              <a:rPr sz="2400" b="1">
                <a:solidFill>
                  <a:srgbClr val="1C2330"/>
                </a:solidFill>
                <a:latin typeface="Segoe UI"/>
              </a:rPr>
              <a:t>text message</a:t>
            </a:r>
            <a:r>
              <a:rPr sz="2400" b="0">
                <a:solidFill>
                  <a:srgbClr val="1C2330"/>
                </a:solidFill>
                <a:latin typeface="Segoe UI"/>
              </a:rPr>
              <a:t> to a server: an </a:t>
            </a:r>
            <a:r>
              <a:rPr sz="2400" b="1">
                <a:solidFill>
                  <a:srgbClr val="1C2330"/>
                </a:solidFill>
                <a:latin typeface="Segoe UI"/>
              </a:rPr>
              <a:t>HTTP request</a:t>
            </a:r>
            <a:r>
              <a:rPr sz="2400" b="0">
                <a:solidFill>
                  <a:srgbClr val="1C2330"/>
                </a:solidFill>
                <a:latin typeface="Segoe UI"/>
              </a:rPr>
              <a:t>. One page needs many of them: one for the HTML, then more for each image, CSS and JavaScript file.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 backend's first job is to </a:t>
            </a:r>
            <a:r>
              <a:rPr sz="2400" b="1">
                <a:solidFill>
                  <a:srgbClr val="1C2330"/>
                </a:solidFill>
                <a:latin typeface="Segoe UI"/>
              </a:rPr>
              <a:t>read</a:t>
            </a:r>
            <a:r>
              <a:rPr sz="2400" b="0">
                <a:solidFill>
                  <a:srgbClr val="1C2330"/>
                </a:solidFill>
                <a:latin typeface="Segoe UI"/>
              </a:rPr>
              <a:t> that message. It's like cleaning data: one messy string in, tidy labelled fields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a request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This is the exact text the tests pass to your function as </a:t>
            </a:r>
            <a:r>
              <a:rPr sz="2000" b="0">
                <a:solidFill>
                  <a:srgbClr val="6A3FC0"/>
                </a:solidFill>
                <a:latin typeface="Consolas"/>
              </a:rPr>
              <a:t>raw</a:t>
            </a:r>
            <a:r>
              <a:rPr sz="2000" b="0">
                <a:solidFill>
                  <a:srgbClr val="1C2330"/>
                </a:solidFill>
                <a:latin typeface="Segoe UI"/>
              </a:rPr>
              <a:t>. </a:t>
            </a:r>
            <a:r>
              <a:rPr sz="2000" b="0">
                <a:solidFill>
                  <a:srgbClr val="6A3FC0"/>
                </a:solidFill>
                <a:latin typeface="Consolas"/>
              </a:rPr>
              <a:t>\r\n</a:t>
            </a:r>
            <a:r>
              <a:rPr sz="2000" b="0">
                <a:solidFill>
                  <a:srgbClr val="1C2330"/>
                </a:solidFill>
                <a:latin typeface="Segoe UI"/>
              </a:rPr>
              <a:t> means "new line".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raw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GET /api/tasks/?status=done&amp;page=2 HTTP/1.1</a:t>
            </a:r>
            <a:r>
              <a:rPr sz="1800">
                <a:solidFill>
                  <a:srgbClr val="CE9178"/>
                </a:solidFill>
                <a:latin typeface="Consolas"/>
              </a:rPr>
              <a:t>\r</a:t>
            </a:r>
            <a:r>
              <a:rPr sz="1800">
                <a:solidFill>
                  <a:srgbClr val="CE9178"/>
                </a:solidFill>
                <a:latin typeface="Consolas"/>
              </a:rPr>
              <a:t>\n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request line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Host: localhost:8000</a:t>
            </a:r>
            <a:r>
              <a:rPr sz="1800">
                <a:solidFill>
                  <a:srgbClr val="CE9178"/>
                </a:solidFill>
                <a:latin typeface="Consolas"/>
              </a:rPr>
              <a:t>\r</a:t>
            </a:r>
            <a:r>
              <a:rPr sz="1800">
                <a:solidFill>
                  <a:srgbClr val="CE9178"/>
                </a:solidFill>
                <a:latin typeface="Consolas"/>
              </a:rPr>
              <a:t>\n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headers...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Accept:   application/json  </a:t>
            </a:r>
            <a:r>
              <a:rPr sz="1800">
                <a:solidFill>
                  <a:srgbClr val="CE9178"/>
                </a:solidFill>
                <a:latin typeface="Consolas"/>
              </a:rPr>
              <a:t>\r</a:t>
            </a:r>
            <a:r>
              <a:rPr sz="1800">
                <a:solidFill>
                  <a:srgbClr val="CE9178"/>
                </a:solidFill>
                <a:latin typeface="Consolas"/>
              </a:rPr>
              <a:t>\n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\r</a:t>
            </a:r>
            <a:r>
              <a:rPr sz="1800">
                <a:solidFill>
                  <a:srgbClr val="CE9178"/>
                </a:solidFill>
                <a:latin typeface="Consolas"/>
              </a:rPr>
              <a:t>\n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    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blank line = end of head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              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body: empty for GET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verb: </a:t>
            </a:r>
            <a:r>
              <a:rPr sz="1900" b="0">
                <a:solidFill>
                  <a:srgbClr val="6A3FC0"/>
                </a:solidFill>
                <a:latin typeface="Consolas"/>
              </a:rPr>
              <a:t>GET</a:t>
            </a:r>
            <a:r>
              <a:rPr sz="1900" b="0">
                <a:solidFill>
                  <a:srgbClr val="1C2330"/>
                </a:solidFill>
                <a:latin typeface="Segoe UI"/>
              </a:rPr>
              <a:t> reads something, </a:t>
            </a:r>
            <a:r>
              <a:rPr sz="1900" b="0">
                <a:solidFill>
                  <a:srgbClr val="6A3FC0"/>
                </a:solidFill>
                <a:latin typeface="Consolas"/>
              </a:rPr>
              <a:t>POST</a:t>
            </a:r>
            <a:r>
              <a:rPr sz="1900" b="0">
                <a:solidFill>
                  <a:srgbClr val="1C2330"/>
                </a:solidFill>
                <a:latin typeface="Segoe UI"/>
              </a:rPr>
              <a:t> creates something.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address that was asked for,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/api/tasks/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query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Extras after </a:t>
            </a:r>
            <a:r>
              <a:rPr sz="1900" b="0">
                <a:solidFill>
                  <a:srgbClr val="6A3FC0"/>
                </a:solidFill>
                <a:latin typeface="Consolas"/>
              </a:rPr>
              <a:t>?</a:t>
            </a:r>
            <a:r>
              <a:rPr sz="1900" b="0">
                <a:solidFill>
                  <a:srgbClr val="1C2330"/>
                </a:solidFill>
                <a:latin typeface="Segoe UI"/>
              </a:rPr>
              <a:t>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status=done&amp;page=2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headers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Name: value</a:t>
            </a:r>
            <a:r>
              <a:rPr sz="1900" b="0">
                <a:solidFill>
                  <a:srgbClr val="1C2330"/>
                </a:solidFill>
                <a:latin typeface="Segoe UI"/>
              </a:rPr>
              <a:t> lines with extra information.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head / 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Everything before / after the first blank line.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parameter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name a function gives its input,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raw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function must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parse_request(raw)</a:t>
            </a:r>
            <a:r>
              <a:rPr sz="2000" b="0">
                <a:solidFill>
                  <a:srgbClr val="1C2330"/>
                </a:solidFill>
                <a:latin typeface="Segoe UI"/>
              </a:rPr>
              <a:t> turns the text into one dictionary: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method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GET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path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/api/tasks/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query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status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2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version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HTTP/1.1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headers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host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localhost:8000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accept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application/json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body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partition splits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text.partition(sep)</a:t>
            </a:r>
            <a:r>
              <a:rPr sz="2000" b="0">
                <a:solidFill>
                  <a:srgbClr val="1C2330"/>
                </a:solidFill>
                <a:latin typeface="Segoe UI"/>
              </a:rPr>
              <a:t> is a </a:t>
            </a:r>
            <a:r>
              <a:rPr sz="2000" b="1">
                <a:solidFill>
                  <a:srgbClr val="1C2330"/>
                </a:solidFill>
                <a:latin typeface="Segoe UI"/>
              </a:rPr>
              <a:t>method</a:t>
            </a:r>
            <a:r>
              <a:rPr sz="2000" b="0">
                <a:solidFill>
                  <a:srgbClr val="1C2330"/>
                </a:solidFill>
                <a:latin typeface="Segoe UI"/>
              </a:rPr>
              <a:t>: it cuts at the </a:t>
            </a:r>
            <a:r>
              <a:rPr sz="2000" b="1">
                <a:solidFill>
                  <a:srgbClr val="1C2330"/>
                </a:solidFill>
                <a:latin typeface="Segoe UI"/>
              </a:rPr>
              <a:t>first</a:t>
            </a:r>
            <a:r>
              <a:rPr sz="2000" b="0">
                <a:solidFill>
                  <a:srgbClr val="1C2330"/>
                </a:solidFill>
                <a:latin typeface="Segoe UI"/>
              </a:rPr>
              <a:t> separator and gives back 3 pieces.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before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sep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after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name: Ada Lovelace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partition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before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after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_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Host: localhost:8000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partition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: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strip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name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Ada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Lovelace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localhost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8000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split vs partition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text.split(sep)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Cuts at </a:t>
            </a:r>
            <a:r>
              <a:rPr sz="1900" b="1">
                <a:solidFill>
                  <a:srgbClr val="1C2330"/>
                </a:solidFill>
                <a:latin typeface="Segoe UI"/>
              </a:rPr>
              <a:t>every</a:t>
            </a:r>
            <a:r>
              <a:rPr sz="1900" b="0">
                <a:solidFill>
                  <a:srgbClr val="1C2330"/>
                </a:solidFill>
                <a:latin typeface="Segoe UI"/>
              </a:rPr>
              <a:t> separator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Gives back a </a:t>
            </a:r>
            <a:r>
              <a:rPr sz="1900" b="1">
                <a:solidFill>
                  <a:srgbClr val="1C2330"/>
                </a:solidFill>
                <a:latin typeface="Segoe UI"/>
              </a:rPr>
              <a:t>list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"a,b,c".split(",")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</a:t>
            </a:r>
            <a:r>
              <a:rPr sz="1900" b="0">
                <a:solidFill>
                  <a:srgbClr val="6A3FC0"/>
                </a:solidFill>
                <a:latin typeface="Consolas"/>
              </a:rPr>
              <a:t>["a", "b", "c"]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Good for: splitting the head into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text.partition(sep)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Cuts at the </a:t>
            </a:r>
            <a:r>
              <a:rPr sz="1900" b="1">
                <a:solidFill>
                  <a:srgbClr val="1C2330"/>
                </a:solidFill>
                <a:latin typeface="Segoe UI"/>
              </a:rPr>
              <a:t>first</a:t>
            </a:r>
            <a:r>
              <a:rPr sz="1900" b="0">
                <a:solidFill>
                  <a:srgbClr val="1C2330"/>
                </a:solidFill>
                <a:latin typeface="Segoe UI"/>
              </a:rPr>
              <a:t> separator only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Always gives back </a:t>
            </a:r>
            <a:r>
              <a:rPr sz="1900" b="1">
                <a:solidFill>
                  <a:srgbClr val="1C2330"/>
                </a:solidFill>
                <a:latin typeface="Segoe UI"/>
              </a:rPr>
              <a:t>3 pieces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"a:b:c".partition(":")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</a:t>
            </a:r>
            <a:r>
              <a:rPr sz="1900" b="0">
                <a:solidFill>
                  <a:srgbClr val="6A3FC0"/>
                </a:solidFill>
                <a:latin typeface="Consolas"/>
              </a:rPr>
              <a:t>("a", ":", "b:c")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Good for: head vs body, and each header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urlsplit and parse_qsl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Both are </a:t>
            </a:r>
            <a:r>
              <a:rPr sz="2000" b="1">
                <a:solidFill>
                  <a:srgbClr val="1C2330"/>
                </a:solidFill>
                <a:latin typeface="Segoe UI"/>
              </a:rPr>
              <a:t>functions</a:t>
            </a:r>
            <a:r>
              <a:rPr sz="2000" b="0">
                <a:solidFill>
                  <a:srgbClr val="1C2330"/>
                </a:solidFill>
                <a:latin typeface="Segoe UI"/>
              </a:rPr>
              <a:t>: pass the text in brackets. </a:t>
            </a:r>
            <a:r>
              <a:rPr sz="2000" b="0">
                <a:solidFill>
                  <a:srgbClr val="6A3FC0"/>
                </a:solidFill>
                <a:latin typeface="Consolas"/>
              </a:rPr>
              <a:t>urlsplit</a:t>
            </a:r>
            <a:r>
              <a:rPr sz="2000" b="0">
                <a:solidFill>
                  <a:srgbClr val="1C2330"/>
                </a:solidFill>
                <a:latin typeface="Segoe UI"/>
              </a:rPr>
              <a:t> results use dots (</a:t>
            </a:r>
            <a:r>
              <a:rPr sz="2000" b="0">
                <a:solidFill>
                  <a:srgbClr val="6A3FC0"/>
                </a:solidFill>
                <a:latin typeface="Consolas"/>
              </a:rPr>
              <a:t>.path</a:t>
            </a:r>
            <a:r>
              <a:rPr sz="2000" b="0">
                <a:solidFill>
                  <a:srgbClr val="1C2330"/>
                </a:solidFill>
                <a:latin typeface="Segoe UI"/>
              </a:rPr>
              <a:t>), not </a:t>
            </a:r>
            <a:r>
              <a:rPr sz="2000" b="0">
                <a:solidFill>
                  <a:srgbClr val="6A3FC0"/>
                </a:solidFill>
                <a:latin typeface="Consolas"/>
              </a:rPr>
              <a:t>["path"]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urllib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parse_qsl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urlsplit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parts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urlsplit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/shop/search/?item=tea&amp;size=large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parts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path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parts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query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dict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parse_qsl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parts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query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shop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search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item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tea</a:t>
            </a:r>
            <a:r>
              <a:rPr sz="1800">
                <a:solidFill>
                  <a:srgbClr val="D4D4D4"/>
                </a:solidFill>
                <a:latin typeface="Consolas"/>
              </a:rPr>
              <a:t>&amp;</a:t>
            </a:r>
            <a:r>
              <a:rPr sz="1800">
                <a:solidFill>
                  <a:srgbClr val="D4D4D4"/>
                </a:solidFill>
                <a:latin typeface="Consolas"/>
              </a:rPr>
              <a:t>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large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item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tea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size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large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loop and build 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same shape you need for the headers, on different data: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8620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lines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Fruit : Apple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Colour: Red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info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line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lines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key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_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line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partition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: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info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9CDCFE"/>
                </a:solidFill>
                <a:latin typeface="Consolas"/>
              </a:rPr>
              <a:t>key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strip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lower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value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strip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info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376672"/>
            <a:ext cx="10911535" cy="79552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fruit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Apple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colour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Red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649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Split </a:t>
            </a:r>
            <a:r>
              <a:rPr sz="1900" b="0">
                <a:solidFill>
                  <a:srgbClr val="6A3FC0"/>
                </a:solidFill>
                <a:latin typeface="Consolas"/>
              </a:rPr>
              <a:t>raw</a:t>
            </a:r>
            <a:r>
              <a:rPr sz="1900" b="0">
                <a:solidFill>
                  <a:srgbClr val="1C2330"/>
                </a:solidFill>
                <a:latin typeface="Segoe UI"/>
              </a:rPr>
              <a:t> into head and body at </a:t>
            </a:r>
            <a:r>
              <a:rPr sz="1900" b="0">
                <a:solidFill>
                  <a:srgbClr val="6A3FC0"/>
                </a:solidFill>
                <a:latin typeface="Consolas"/>
              </a:rPr>
              <a:t>"\r\n\r\n"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partition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7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3459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7838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Split the head into lines; the first one is the request line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0421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4800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Split the request line into method, target and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304800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1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7383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1762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urlsplit(target)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the path; </a:t>
            </a:r>
            <a:r>
              <a:rPr sz="1900" b="0">
                <a:solidFill>
                  <a:srgbClr val="6A3FC0"/>
                </a:solidFill>
                <a:latin typeface="Consolas"/>
              </a:rPr>
              <a:t>dict(parse_qsl(...))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the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381762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2-4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74345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8724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Loop over header lines and build </a:t>
            </a:r>
            <a:r>
              <a:rPr sz="1900" b="0">
                <a:solidFill>
                  <a:srgbClr val="6A3FC0"/>
                </a:solidFill>
                <a:latin typeface="Consolas"/>
              </a:rPr>
              <a:t>{lower-case name: stripped value}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458724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5-6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130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568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is_safe_method</a:t>
            </a:r>
            <a:r>
              <a:rPr sz="1900" b="0">
                <a:solidFill>
                  <a:srgbClr val="1C2330"/>
                </a:solidFill>
                <a:latin typeface="Segoe UI"/>
              </a:rPr>
              <a:t>: upper-case the method, then check it's in </a:t>
            </a:r>
            <a:r>
              <a:rPr sz="1900" b="0">
                <a:solidFill>
                  <a:srgbClr val="6A3FC0"/>
                </a:solidFill>
                <a:latin typeface="Consolas"/>
              </a:rPr>
              <a:t>{"GET", "HEAD", "OPTIONS"}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53568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8-9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raw.urlsplit(...)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: </a:t>
            </a:r>
            <a:r>
              <a:rPr sz="2400" b="0">
                <a:solidFill>
                  <a:srgbClr val="6A3FC0"/>
                </a:solidFill>
                <a:latin typeface="Consolas"/>
              </a:rPr>
              <a:t>urlsplit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a function, so write </a:t>
            </a:r>
            <a:r>
              <a:rPr sz="2400" b="0">
                <a:solidFill>
                  <a:srgbClr val="6A3FC0"/>
                </a:solidFill>
                <a:latin typeface="Consolas"/>
              </a:rPr>
              <a:t>urlsplit(target)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parts["path"]</a:t>
            </a:r>
            <a:r>
              <a:rPr sz="2400" b="0">
                <a:solidFill>
                  <a:srgbClr val="1C2330"/>
                </a:solidFill>
                <a:latin typeface="Segoe UI"/>
              </a:rPr>
              <a:t>: </a:t>
            </a:r>
            <a:r>
              <a:rPr sz="2400" b="0">
                <a:solidFill>
                  <a:srgbClr val="6A3FC0"/>
                </a:solidFill>
                <a:latin typeface="Consolas"/>
              </a:rPr>
              <a:t>urlsplit</a:t>
            </a:r>
            <a:r>
              <a:rPr sz="2400" b="0">
                <a:solidFill>
                  <a:srgbClr val="1C2330"/>
                </a:solidFill>
                <a:latin typeface="Segoe UI"/>
              </a:rPr>
              <a:t> results use dots, </a:t>
            </a:r>
            <a:r>
              <a:rPr sz="2400" b="0">
                <a:solidFill>
                  <a:srgbClr val="6A3FC0"/>
                </a:solidFill>
                <a:latin typeface="Consolas"/>
              </a:rPr>
              <a:t>parts.path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.split(":")</a:t>
            </a:r>
            <a:r>
              <a:rPr sz="2400" b="0">
                <a:solidFill>
                  <a:srgbClr val="1C2330"/>
                </a:solidFill>
                <a:latin typeface="Segoe UI"/>
              </a:rPr>
              <a:t> on </a:t>
            </a:r>
            <a:r>
              <a:rPr sz="2400" b="0">
                <a:solidFill>
                  <a:srgbClr val="6A3FC0"/>
                </a:solidFill>
                <a:latin typeface="Consolas"/>
              </a:rPr>
              <a:t>Host: localhost:8000</a:t>
            </a:r>
            <a:r>
              <a:rPr sz="2400" b="0">
                <a:solidFill>
                  <a:srgbClr val="1C2330"/>
                </a:solidFill>
                <a:latin typeface="Segoe UI"/>
              </a:rPr>
              <a:t> gives 3 pieces; use </a:t>
            </a:r>
            <a:r>
              <a:rPr sz="2400" b="0">
                <a:solidFill>
                  <a:srgbClr val="6A3FC0"/>
                </a:solidFill>
                <a:latin typeface="Consolas"/>
              </a:rPr>
              <a:t>partition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Forgetting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dict(...)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 gives a list of pairs, not a dictionary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NameError: raw is not defined</a:t>
            </a:r>
            <a:r>
              <a:rPr sz="2400" b="0">
                <a:solidFill>
                  <a:srgbClr val="1C2330"/>
                </a:solidFill>
                <a:latin typeface="Segoe UI"/>
              </a:rPr>
              <a:t> in the Console: make your own sample string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to-do app asks your server: </a:t>
            </a:r>
            <a:r>
              <a:rPr sz="2100" b="0">
                <a:solidFill>
                  <a:srgbClr val="6A3FC0"/>
                </a:solidFill>
                <a:latin typeface="Consolas"/>
              </a:rPr>
              <a:t>GET /api/tasks/?status=done</a:t>
            </a:r>
            <a:r>
              <a:rPr sz="2100" b="0">
                <a:solidFill>
                  <a:srgbClr val="1C2330"/>
                </a:solidFill>
                <a:latin typeface="Segoe UI"/>
              </a:rPr>
              <a:t>. Before your code can answer, something has to work out that the client wants to </a:t>
            </a:r>
            <a:r>
              <a:rPr sz="2100" b="1">
                <a:solidFill>
                  <a:srgbClr val="1C2330"/>
                </a:solidFill>
                <a:latin typeface="Segoe UI"/>
              </a:rPr>
              <a:t>read</a:t>
            </a:r>
            <a:r>
              <a:rPr sz="2100" b="0">
                <a:solidFill>
                  <a:srgbClr val="1C2330"/>
                </a:solidFill>
                <a:latin typeface="Segoe UI"/>
              </a:rPr>
              <a:t> tasks, only the </a:t>
            </a:r>
            <a:r>
              <a:rPr sz="2100" b="1">
                <a:solidFill>
                  <a:srgbClr val="1C2330"/>
                </a:solidFill>
                <a:latin typeface="Segoe UI"/>
              </a:rPr>
              <a:t>done</a:t>
            </a:r>
            <a:r>
              <a:rPr sz="2100" b="0">
                <a:solidFill>
                  <a:srgbClr val="1C2330"/>
                </a:solidFill>
                <a:latin typeface="Segoe UI"/>
              </a:rPr>
              <a:t>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Django does this parsing for you: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request.method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request.path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request.GET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request.headers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request.body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000" b="0">
                <a:solidFill>
                  <a:srgbClr val="6A3FC0"/>
                </a:solidFill>
                <a:latin typeface="Consolas"/>
              </a:rPr>
              <a:t>is_safe_method</a:t>
            </a:r>
            <a:r>
              <a:rPr sz="2000" b="0">
                <a:solidFill>
                  <a:srgbClr val="1C2330"/>
                </a:solidFill>
                <a:latin typeface="Segoe UI"/>
              </a:rPr>
              <a:t> is how servers decide what anonymous visitors may do: reading is often allowed, changing is not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Knowing the raw format helps you debug APIs with browser dev tools or </a:t>
            </a:r>
            <a:r>
              <a:rPr sz="2000" b="0">
                <a:solidFill>
                  <a:srgbClr val="6A3FC0"/>
                </a:solidFill>
                <a:latin typeface="Consolas"/>
              </a:rPr>
              <a:t>curl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What separates the head of a request from its body?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Why use </a:t>
            </a:r>
            <a:r>
              <a:rPr sz="2300" b="0">
                <a:solidFill>
                  <a:srgbClr val="6A3FC0"/>
                </a:solidFill>
                <a:latin typeface="Consolas"/>
              </a:rPr>
              <a:t>partition(":")</a:t>
            </a:r>
            <a:r>
              <a:rPr sz="2300" b="0">
                <a:solidFill>
                  <a:srgbClr val="1C2330"/>
                </a:solidFill>
                <a:latin typeface="Segoe UI"/>
              </a:rPr>
              <a:t> instead of </a:t>
            </a:r>
            <a:r>
              <a:rPr sz="2300" b="0">
                <a:solidFill>
                  <a:srgbClr val="6A3FC0"/>
                </a:solidFill>
                <a:latin typeface="Consolas"/>
              </a:rPr>
              <a:t>split(":")</a:t>
            </a:r>
            <a:r>
              <a:rPr sz="2300" b="0">
                <a:solidFill>
                  <a:srgbClr val="1C2330"/>
                </a:solidFill>
                <a:latin typeface="Segoe UI"/>
              </a:rPr>
              <a:t> for header lines?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Is </a:t>
            </a:r>
            <a:r>
              <a:rPr sz="2300" b="0">
                <a:solidFill>
                  <a:srgbClr val="6A3FC0"/>
                </a:solidFill>
                <a:latin typeface="Consolas"/>
              </a:rPr>
              <a:t>urlsplit</a:t>
            </a:r>
            <a:r>
              <a:rPr sz="2300" b="0">
                <a:solidFill>
                  <a:srgbClr val="1C2330"/>
                </a:solidFill>
                <a:latin typeface="Segoe UI"/>
              </a:rPr>
              <a:t> a function or a method? How do you read the path from its result?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do </a:t>
            </a:r>
            <a:r>
              <a:rPr sz="2300" b="0">
                <a:solidFill>
                  <a:srgbClr val="6A3FC0"/>
                </a:solidFill>
                <a:latin typeface="Consolas"/>
              </a:rPr>
              <a:t>GET</a:t>
            </a:r>
            <a:r>
              <a:rPr sz="23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300" b="0">
                <a:solidFill>
                  <a:srgbClr val="6A3FC0"/>
                </a:solidFill>
                <a:latin typeface="Consolas"/>
              </a:rPr>
              <a:t>HEAD</a:t>
            </a:r>
            <a:r>
              <a:rPr sz="2300" b="0">
                <a:solidFill>
                  <a:srgbClr val="1C2330"/>
                </a:solidFill>
                <a:latin typeface="Segoe UI"/>
              </a:rPr>
              <a:t> count as safe, but </a:t>
            </a:r>
            <a:r>
              <a:rPr sz="2300" b="0">
                <a:solidFill>
                  <a:srgbClr val="6A3FC0"/>
                </a:solidFill>
                <a:latin typeface="Consolas"/>
              </a:rPr>
              <a:t>POST</a:t>
            </a:r>
            <a:r>
              <a:rPr sz="2300" b="0">
                <a:solidFill>
                  <a:srgbClr val="1C2330"/>
                </a:solidFill>
                <a:latin typeface="Segoe UI"/>
              </a:rPr>
              <a:t> doesn't?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01  ·  Read an HTTP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What is HTTP? Protocol Overview for Beginners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article · beginner. Start here: a friendly walk through what a request looks like, with the method, path, version, headers and body explained one by one.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Overview of HTTP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article · beginner. The big picture of how a client and a server talk, so you know where the raw request you parse comes from.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HTTP messages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article · beginner. Shows the exact layout of a request line, headers, the blank line and the body: the same structure your parser splits apart.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HTTP request methods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docs · beginner. A reference list of GET, POST, PUT, PATCH, DELETE and friends, including which ones are safe, for your is_safe_method function.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urllib.parse: Parse URLs into components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Python docs · docs · intermediate. The official reference for urlsplit and parse_qsl, the two functions you use to separate the path from the query string.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