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17. By the end you should be able to explain what a health check is for, why it answers 503 when the database is down, and how logger.exception records the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project's /health/ view always answers ok, even when the database is down, which makes it useless. Yours will really run a tiny query. Uptime monitors and deployment tools call health checks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fake an outage, the tests swap the connection in your file for a broken one. Its error message is 'could not connect to server: password=hunter2'. Test 5 checks hunter2 is not in your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exception is Python's word for an error that happens while code runs, like ValueError. The log is the app's diary.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... as cursor closes the cursor when the block ends. The tests raise OperationalError, a member of the DatabaseError family, so except DatabaseError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file already has logger = logging.getLogger(__name__). In views.py that name is "views", and the tests listen to exactly that logger.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it inside except: it logs an ERROR line and the traceback, then the program carries on. log is the shop logger from the last slide. Because the program carries on, you can still return a response after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3 a.m. the traceback is often the only clue you have. And never copy str(error) into the response instead: it can contain a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You'll use its sister @require_GET, already imported. Without status= a JsonResponse is 200. The Console also shows 'Method Not Allowed (GET): /ping/': that's Django logging the refused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shape as your health view, on different data. The traceback is shortened here. Risky work in try, log and give a short, safe answer in except, carry on normally otherwise. The public answer never contains the error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eecodecamp.org/news/what-are-logs-in-programming/" TargetMode="External"/><Relationship Id="rId3" Type="http://schemas.openxmlformats.org/officeDocument/2006/relationships/hyperlink" Target="https://docs.python.org/3/howto/logging.html" TargetMode="External"/><Relationship Id="rId4" Type="http://schemas.openxmlformats.org/officeDocument/2006/relationships/hyperlink" Target="https://developer.mozilla.org/en-US/docs/Web/HTTP/Reference/Status/503" TargetMode="External"/><Relationship Id="rId5" Type="http://schemas.openxmlformats.org/officeDocument/2006/relationships/hyperlink" Target="https://docs.djangoproject.com/en/5.2/topics/db/sql/#executing-custom-sql-directly" TargetMode="External"/><Relationship Id="rId6" Type="http://schemas.openxmlformats.org/officeDocument/2006/relationships/hyperlink" Target="https://learn.microsoft.com/en-us/azure/architecture/patterns/health-endpoint-monitor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4  ·  EXERCISE 17  · 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Health checks &amp;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Answer "are you OK?" honestly, and write down what went wrong when you're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In production nobody watches the app. Other programs visit </a:t>
            </a:r>
            <a:r>
              <a:rPr sz="2400" b="0">
                <a:solidFill>
                  <a:srgbClr val="6A3FC0"/>
                </a:solidFill>
                <a:latin typeface="Consolas"/>
              </a:rPr>
              <a:t>/health/</a:t>
            </a:r>
            <a:r>
              <a:rPr sz="2400" b="0">
                <a:solidFill>
                  <a:srgbClr val="1C2330"/>
                </a:solidFill>
                <a:latin typeface="Segoe UI"/>
              </a:rPr>
              <a:t> every few seconds and ask "are you OK?". A </a:t>
            </a:r>
            <a:r>
              <a:rPr sz="2400" b="1">
                <a:solidFill>
                  <a:srgbClr val="1C2330"/>
                </a:solidFill>
                <a:latin typeface="Segoe UI"/>
              </a:rPr>
              <a:t>load balancer</a:t>
            </a:r>
            <a:r>
              <a:rPr sz="2400" b="0">
                <a:solidFill>
                  <a:srgbClr val="1C2330"/>
                </a:solidFill>
                <a:latin typeface="Segoe UI"/>
              </a:rPr>
              <a:t> stops sending visitors to a copy that says no.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Like a nurse checking a pulse, asking isn't enough: you have to </a:t>
            </a:r>
            <a:r>
              <a:rPr sz="2400" b="1">
                <a:solidFill>
                  <a:srgbClr val="1C2330"/>
                </a:solidFill>
                <a:latin typeface="Segoe UI"/>
              </a:rPr>
              <a:t>measure</a:t>
            </a:r>
            <a:r>
              <a:rPr sz="2400" b="0">
                <a:solidFill>
                  <a:srgbClr val="1C2330"/>
                </a:solidFill>
                <a:latin typeface="Segoe UI"/>
              </a:rPr>
              <a:t>. And when it fails, write the details into the </a:t>
            </a:r>
            <a:r>
              <a:rPr sz="2400" b="1">
                <a:solidFill>
                  <a:srgbClr val="1C2330"/>
                </a:solidFill>
                <a:latin typeface="Segoe UI"/>
              </a:rPr>
              <a:t>log</a:t>
            </a:r>
            <a:r>
              <a:rPr sz="2400" b="0">
                <a:solidFill>
                  <a:srgbClr val="1C2330"/>
                </a:solidFill>
                <a:latin typeface="Segoe UI"/>
              </a:rPr>
              <a:t>, not the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code receives and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tests build a fake </a:t>
            </a:r>
            <a:r>
              <a:rPr sz="2000" b="0">
                <a:solidFill>
                  <a:srgbClr val="6A3FC0"/>
                </a:solidFill>
                <a:latin typeface="Consolas"/>
              </a:rPr>
              <a:t>GET /health/</a:t>
            </a:r>
            <a:r>
              <a:rPr sz="2000" b="0">
                <a:solidFill>
                  <a:srgbClr val="1C2330"/>
                </a:solidFill>
                <a:latin typeface="Segoe UI"/>
              </a:rPr>
              <a:t> request and call your view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response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views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health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factory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get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/health/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database works (test 1):   200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status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ok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checks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database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ok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database down (tests 2-5): 503, and an ERROR log line with the traceback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status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error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checks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database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error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POST /health/ (test 6):    405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health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An address other programs call to ask "is this server working?".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load balancer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Shares incoming visitors between several copies of your server.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Something your app needs to work, like the database.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logger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object you write log lines with: </a:t>
            </a:r>
            <a:r>
              <a:rPr sz="1900" b="0">
                <a:solidFill>
                  <a:srgbClr val="6A3FC0"/>
                </a:solidFill>
                <a:latin typeface="Consolas"/>
              </a:rPr>
              <a:t>logger.error("...")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log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How serious a line is: </a:t>
            </a:r>
            <a:r>
              <a:rPr sz="1900" b="0">
                <a:solidFill>
                  <a:srgbClr val="6A3FC0"/>
                </a:solidFill>
                <a:latin typeface="Consolas"/>
              </a:rPr>
              <a:t>DEBUG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INFO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WARNING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ERROR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CRITICAL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traceback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"Traceback (most recent call last)" report of where an error happened.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Why 503, and not 200 or 500?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2xx</a:t>
            </a:r>
            <a:r>
              <a:rPr sz="2400" b="0">
                <a:solidFill>
                  <a:srgbClr val="1C2330"/>
                </a:solidFill>
                <a:latin typeface="Segoe UI"/>
              </a:rPr>
              <a:t> success, </a:t>
            </a:r>
            <a:r>
              <a:rPr sz="2400" b="0">
                <a:solidFill>
                  <a:srgbClr val="6A3FC0"/>
                </a:solidFill>
                <a:latin typeface="Consolas"/>
              </a:rPr>
              <a:t>4xx</a:t>
            </a:r>
            <a:r>
              <a:rPr sz="2400" b="0">
                <a:solidFill>
                  <a:srgbClr val="1C2330"/>
                </a:solidFill>
                <a:latin typeface="Segoe UI"/>
              </a:rPr>
              <a:t> the client's fault, </a:t>
            </a:r>
            <a:r>
              <a:rPr sz="2400" b="0">
                <a:solidFill>
                  <a:srgbClr val="6A3FC0"/>
                </a:solidFill>
                <a:latin typeface="Consolas"/>
              </a:rPr>
              <a:t>5xx</a:t>
            </a:r>
            <a:r>
              <a:rPr sz="2400" b="0">
                <a:solidFill>
                  <a:srgbClr val="1C2330"/>
                </a:solidFill>
                <a:latin typeface="Segoe UI"/>
              </a:rPr>
              <a:t> the server's problem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1">
                <a:solidFill>
                  <a:srgbClr val="1C2330"/>
                </a:solidFill>
                <a:latin typeface="Segoe UI"/>
              </a:rPr>
              <a:t>200</a:t>
            </a:r>
            <a:r>
              <a:rPr sz="2400" b="0">
                <a:solidFill>
                  <a:srgbClr val="1C2330"/>
                </a:solidFill>
                <a:latin typeface="Segoe UI"/>
              </a:rPr>
              <a:t> would be a lie: visitors keep going to a broken server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1">
                <a:solidFill>
                  <a:srgbClr val="1C2330"/>
                </a:solidFill>
                <a:latin typeface="Segoe UI"/>
              </a:rPr>
              <a:t>500</a:t>
            </a:r>
            <a:r>
              <a:rPr sz="2400" b="0">
                <a:solidFill>
                  <a:srgbClr val="1C2330"/>
                </a:solidFill>
                <a:latin typeface="Segoe UI"/>
              </a:rPr>
              <a:t> usually means "my code crashed": a bug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1">
                <a:solidFill>
                  <a:srgbClr val="1C2330"/>
                </a:solidFill>
                <a:latin typeface="Segoe UI"/>
              </a:rPr>
              <a:t>503</a:t>
            </a:r>
            <a:r>
              <a:rPr sz="2400" b="0">
                <a:solidFill>
                  <a:srgbClr val="1C2330"/>
                </a:solidFill>
                <a:latin typeface="Segoe UI"/>
              </a:rPr>
              <a:t> means "I'm alive, but a dependency is down. Try elsewhere."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Load balancers read the </a:t>
            </a:r>
            <a:r>
              <a:rPr sz="2400" b="1">
                <a:solidFill>
                  <a:srgbClr val="1C2330"/>
                </a:solidFill>
                <a:latin typeface="Segoe UI"/>
              </a:rPr>
              <a:t>number</a:t>
            </a:r>
            <a:r>
              <a:rPr sz="2400" b="0">
                <a:solidFill>
                  <a:srgbClr val="1C2330"/>
                </a:solidFill>
                <a:latin typeface="Segoe UI"/>
              </a:rPr>
              <a:t>, not the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a cursor, and the DatabaseError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SELECT</a:t>
            </a:r>
            <a:r>
              <a:rPr sz="2000" b="0">
                <a:solidFill>
                  <a:srgbClr val="1C2330"/>
                </a:solidFill>
                <a:latin typeface="Segoe UI"/>
              </a:rPr>
              <a:t> a tiny sum to prove the database answers; </a:t>
            </a:r>
            <a:r>
              <a:rPr sz="2000" b="0">
                <a:solidFill>
                  <a:srgbClr val="6A3FC0"/>
                </a:solidFill>
                <a:latin typeface="Consolas"/>
              </a:rPr>
              <a:t>DatabaseError</a:t>
            </a:r>
            <a:r>
              <a:rPr sz="2000" b="0">
                <a:solidFill>
                  <a:srgbClr val="1C2330"/>
                </a:solidFill>
                <a:latin typeface="Segoe UI"/>
              </a:rPr>
              <a:t> catches all database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56946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from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django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db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DatabaseError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OperationalError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connection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with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connection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cursor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as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cursor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cursor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execute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SELECT 2 + 3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cursor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fetchone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issubclass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OperationalError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DatabaseError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part of the family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5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loggers and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Without extra setup, only </a:t>
            </a:r>
            <a:r>
              <a:rPr sz="2000" b="0">
                <a:solidFill>
                  <a:srgbClr val="6A3FC0"/>
                </a:solidFill>
                <a:latin typeface="Consolas"/>
              </a:rPr>
              <a:t>WARNING</a:t>
            </a:r>
            <a:r>
              <a:rPr sz="2000" b="0">
                <a:solidFill>
                  <a:srgbClr val="1C2330"/>
                </a:solidFill>
                <a:latin typeface="Segoe UI"/>
              </a:rPr>
              <a:t> and more serious lines are shown.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56946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logging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log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logging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getLogger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shop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log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info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 customer opened the shop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not shown: below WARNING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log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warning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Only 2 cups of tea left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log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error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The till is broken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Only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cups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of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tea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left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The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till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is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broken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logger.exception = message + traceback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25603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try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price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except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ValueError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log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exception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Could not read the price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the program keeps going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10911535" cy="1965960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10362895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Could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read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the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price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Traceback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most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recent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call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last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File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&lt;selection&gt;</a:t>
            </a:r>
            <a:r>
              <a:rPr sz="1800">
                <a:solidFill>
                  <a:srgbClr val="D4D4D4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line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5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module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ValueError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invalid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literal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with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base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10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ten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the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program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keeps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going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logger.error vs logger.exception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logger.error("...")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Writes an </a:t>
            </a:r>
            <a:r>
              <a:rPr sz="1900" b="0">
                <a:solidFill>
                  <a:srgbClr val="6A3FC0"/>
                </a:solidFill>
                <a:latin typeface="Consolas"/>
              </a:rPr>
              <a:t>ERROR</a:t>
            </a:r>
            <a:r>
              <a:rPr sz="1900" b="0">
                <a:solidFill>
                  <a:srgbClr val="1C2330"/>
                </a:solidFill>
                <a:latin typeface="Segoe UI"/>
              </a:rPr>
              <a:t> line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Only your message, </a:t>
            </a:r>
            <a:r>
              <a:rPr sz="1900" b="1">
                <a:solidFill>
                  <a:srgbClr val="1C2330"/>
                </a:solidFill>
                <a:latin typeface="Segoe UI"/>
              </a:rPr>
              <a:t>no traceback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Works anywhere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Test 4 fails: nothing shows where it broke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logger.exception("...")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Writes an </a:t>
            </a:r>
            <a:r>
              <a:rPr sz="1900" b="0">
                <a:solidFill>
                  <a:srgbClr val="6A3FC0"/>
                </a:solidFill>
                <a:latin typeface="Consolas"/>
              </a:rPr>
              <a:t>ERROR</a:t>
            </a:r>
            <a:r>
              <a:rPr sz="1900" b="0">
                <a:solidFill>
                  <a:srgbClr val="1C2330"/>
                </a:solidFill>
                <a:latin typeface="Segoe UI"/>
              </a:rPr>
              <a:t> line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Adds the </a:t>
            </a:r>
            <a:r>
              <a:rPr sz="1900" b="1">
                <a:solidFill>
                  <a:srgbClr val="1C2330"/>
                </a:solidFill>
                <a:latin typeface="Segoe UI"/>
              </a:rPr>
              <a:t>traceback</a:t>
            </a:r>
            <a:r>
              <a:rPr sz="1900" b="0">
                <a:solidFill>
                  <a:srgbClr val="1C2330"/>
                </a:solidFill>
                <a:latin typeface="Segoe UI"/>
              </a:rPr>
              <a:t> automatically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Use it only inside </a:t>
            </a:r>
            <a:r>
              <a:rPr sz="1900" b="0">
                <a:solidFill>
                  <a:srgbClr val="6A3FC0"/>
                </a:solidFill>
                <a:latin typeface="Consolas"/>
              </a:rPr>
              <a:t>except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What tests 3 and 4 look for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JsonResponse and @require_POST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343814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072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django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http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JsonResponse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django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test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RequestFactory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django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views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decorators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http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require_POST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JsonResponse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tea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hot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status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B5CEA8"/>
                </a:solidFill>
                <a:latin typeface="Consolas"/>
              </a:rPr>
              <a:t>202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status_code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# status= sets the number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CDCAA"/>
                </a:solidFill>
                <a:latin typeface="Consolas"/>
              </a:rPr>
              <a:t>@require_POST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a decorator: other methods get 405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ping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request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JsonResponse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reply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pong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ping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RequestFactory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get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/ping/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status_code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202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405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try, log, answer safely (steps 2-4)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285292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stock_check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count_text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try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9CDCFE"/>
                </a:solidFill>
                <a:latin typeface="Consolas"/>
              </a:rPr>
              <a:t>count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count_text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except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ValueError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9CDCFE"/>
                </a:solidFill>
                <a:latin typeface="Consolas"/>
              </a:rPr>
              <a:t>log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exception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Stock check failed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status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error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status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ok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count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count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stock_check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lots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# stock_check("12") gives {'status': 'ok', 'count': 12}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498848"/>
            <a:ext cx="10911535" cy="1673352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0016"/>
            <a:ext cx="10362895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Stock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check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failed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Traceback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most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recent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call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last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ValueError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invalid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literal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with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base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10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lots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status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error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1450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Put </a:t>
            </a:r>
            <a:r>
              <a:rPr sz="1900" b="0">
                <a:solidFill>
                  <a:srgbClr val="6A3FC0"/>
                </a:solidFill>
                <a:latin typeface="Consolas"/>
              </a:rPr>
              <a:t>@require_GET</a:t>
            </a:r>
            <a:r>
              <a:rPr sz="1900" b="0">
                <a:solidFill>
                  <a:srgbClr val="1C2330"/>
                </a:solidFill>
                <a:latin typeface="Segoe UI"/>
              </a:rPr>
              <a:t> on the line directly above </a:t>
            </a:r>
            <a:r>
              <a:rPr sz="1900" b="0">
                <a:solidFill>
                  <a:srgbClr val="6A3FC0"/>
                </a:solidFill>
                <a:latin typeface="Consolas"/>
              </a:rPr>
              <a:t>def health(request):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6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In </a:t>
            </a:r>
            <a:r>
              <a:rPr sz="1900" b="0">
                <a:solidFill>
                  <a:srgbClr val="6A3FC0"/>
                </a:solidFill>
                <a:latin typeface="Consolas"/>
              </a:rPr>
              <a:t>try:</a:t>
            </a:r>
            <a:r>
              <a:rPr sz="1900" b="0">
                <a:solidFill>
                  <a:srgbClr val="1C2330"/>
                </a:solidFill>
                <a:latin typeface="Segoe UI"/>
              </a:rPr>
              <a:t> open </a:t>
            </a:r>
            <a:r>
              <a:rPr sz="1900" b="0">
                <a:solidFill>
                  <a:srgbClr val="6A3FC0"/>
                </a:solidFill>
                <a:latin typeface="Consolas"/>
              </a:rPr>
              <a:t>with connection.cursor() as cursor: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run </a:t>
            </a:r>
            <a:r>
              <a:rPr sz="1900" b="0">
                <a:solidFill>
                  <a:srgbClr val="6A3FC0"/>
                </a:solidFill>
                <a:latin typeface="Consolas"/>
              </a:rPr>
              <a:t>SELECT 1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5186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4612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except DatabaseError:</a:t>
            </a:r>
            <a:r>
              <a:rPr sz="1900" b="0">
                <a:solidFill>
                  <a:srgbClr val="1C2330"/>
                </a:solidFill>
                <a:latin typeface="Segoe UI"/>
              </a:rPr>
              <a:t> call </a:t>
            </a:r>
            <a:r>
              <a:rPr sz="1900" b="0">
                <a:solidFill>
                  <a:srgbClr val="6A3FC0"/>
                </a:solidFill>
                <a:latin typeface="Consolas"/>
              </a:rPr>
              <a:t>logger.exception(...)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your own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32461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4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2054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1480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Then return the error dict, written by hand,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status=503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11480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2, 3, 5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8922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8348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After the </a:t>
            </a:r>
            <a:r>
              <a:rPr sz="1900" b="0">
                <a:solidFill>
                  <a:srgbClr val="6A3FC0"/>
                </a:solidFill>
                <a:latin typeface="Consolas"/>
              </a:rPr>
              <a:t>try</a:t>
            </a:r>
            <a:r>
              <a:rPr sz="1900" b="0">
                <a:solidFill>
                  <a:srgbClr val="1C2330"/>
                </a:solidFill>
                <a:latin typeface="Segoe UI"/>
              </a:rPr>
              <a:t>/</a:t>
            </a:r>
            <a:r>
              <a:rPr sz="1900" b="0">
                <a:solidFill>
                  <a:srgbClr val="6A3FC0"/>
                </a:solidFill>
                <a:latin typeface="Consolas"/>
              </a:rPr>
              <a:t>except</a:t>
            </a:r>
            <a:r>
              <a:rPr sz="1900" b="0">
                <a:solidFill>
                  <a:srgbClr val="1C2330"/>
                </a:solidFill>
                <a:latin typeface="Segoe UI"/>
              </a:rPr>
              <a:t>, return the ok dict (status 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2815" y="498348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Answering ok without a query: test 2 notices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connection.cursor()</a:t>
            </a:r>
            <a:r>
              <a:rPr sz="2400" b="0">
                <a:solidFill>
                  <a:srgbClr val="1C2330"/>
                </a:solidFill>
                <a:latin typeface="Segoe UI"/>
              </a:rPr>
              <a:t> outside the </a:t>
            </a:r>
            <a:r>
              <a:rPr sz="2400" b="0">
                <a:solidFill>
                  <a:srgbClr val="6A3FC0"/>
                </a:solidFill>
                <a:latin typeface="Consolas"/>
              </a:rPr>
              <a:t>try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 error escapes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Importing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connection</a:t>
            </a:r>
            <a:r>
              <a:rPr sz="2400" b="0">
                <a:solidFill>
                  <a:srgbClr val="1C2330"/>
                </a:solidFill>
                <a:latin typeface="Segoe UI"/>
              </a:rPr>
              <a:t> again inside the function: the fake is skipped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logger.error</a:t>
            </a:r>
            <a:r>
              <a:rPr sz="2400" b="0">
                <a:solidFill>
                  <a:srgbClr val="1C2330"/>
                </a:solidFill>
                <a:latin typeface="Segoe UI"/>
              </a:rPr>
              <a:t> instead of </a:t>
            </a:r>
            <a:r>
              <a:rPr sz="2400" b="0">
                <a:solidFill>
                  <a:srgbClr val="6A3FC0"/>
                </a:solidFill>
                <a:latin typeface="Consolas"/>
              </a:rPr>
              <a:t>logger.exception</a:t>
            </a:r>
            <a:r>
              <a:rPr sz="2400" b="0">
                <a:solidFill>
                  <a:srgbClr val="1C2330"/>
                </a:solidFill>
                <a:latin typeface="Segoe UI"/>
              </a:rPr>
              <a:t>: no traceback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str(error)</a:t>
            </a:r>
            <a:r>
              <a:rPr sz="2400" b="0">
                <a:solidFill>
                  <a:srgbClr val="1C2330"/>
                </a:solidFill>
                <a:latin typeface="Segoe UI"/>
              </a:rPr>
              <a:t> in the response: it leaks </a:t>
            </a:r>
            <a:r>
              <a:rPr sz="2400" b="0">
                <a:solidFill>
                  <a:srgbClr val="6A3FC0"/>
                </a:solidFill>
                <a:latin typeface="Consolas"/>
              </a:rPr>
              <a:t>password=hunter2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You run three copies of your app behind a load balancer. One loses its database connection at 3 a.m. Its </a:t>
            </a:r>
            <a:r>
              <a:rPr sz="2100" b="0">
                <a:solidFill>
                  <a:srgbClr val="6A3FC0"/>
                </a:solidFill>
                <a:latin typeface="Consolas"/>
              </a:rPr>
              <a:t>/health/</a:t>
            </a:r>
            <a:r>
              <a:rPr sz="2100" b="0">
                <a:solidFill>
                  <a:srgbClr val="1C2330"/>
                </a:solidFill>
                <a:latin typeface="Segoe UI"/>
              </a:rPr>
              <a:t> answers 503, visitors move to the other two, and in the morning the log's traceback tells you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Kubernetes, Render, Railway and AWS all let you set a health check URL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They act on the </a:t>
            </a:r>
            <a:r>
              <a:rPr sz="2000" b="1">
                <a:solidFill>
                  <a:srgbClr val="1C2330"/>
                </a:solidFill>
                <a:latin typeface="Segoe UI"/>
              </a:rPr>
              <a:t>status code</a:t>
            </a:r>
            <a:r>
              <a:rPr sz="2000" b="0">
                <a:solidFill>
                  <a:srgbClr val="1C2330"/>
                </a:solidFill>
                <a:latin typeface="Segoe UI"/>
              </a:rPr>
              <a:t>, so it has to be right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Logs are how you fix problems you can't reproduce on your laptop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Why is a health check that always says ok useless?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Why answer 503 rather than 200 or 500 when the database is down?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What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logger.exception</a:t>
            </a:r>
            <a:r>
              <a:rPr sz="2300" b="0">
                <a:solidFill>
                  <a:srgbClr val="1C2330"/>
                </a:solidFill>
                <a:latin typeface="Segoe UI"/>
              </a:rPr>
              <a:t> add that </a:t>
            </a:r>
            <a:r>
              <a:rPr sz="2300" b="0">
                <a:solidFill>
                  <a:srgbClr val="6A3FC0"/>
                </a:solidFill>
                <a:latin typeface="Consolas"/>
              </a:rPr>
              <a:t>logger.error</a:t>
            </a:r>
            <a:r>
              <a:rPr sz="2300" b="0">
                <a:solidFill>
                  <a:srgbClr val="1C2330"/>
                </a:solidFill>
                <a:latin typeface="Segoe UI"/>
              </a:rPr>
              <a:t> doesn't?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must the error message stay out of the response?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17  ·  Health checks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What Are Logs in Programming?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freeCodeCamp · article · beginner. Start here: what logs are for and the five levels (DEBUG to CRITICAL), with Python logging examples.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Logging HOWTO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Python docs · tutorial · beginner. The official beginner tutorial for logging.getLogger(__name__) and logger.exception, used when the database check fails.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503 Service Unavailable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MDN Web Docs · docs · beginner. What the 503 status means and why a health endpoint returns it when the database is down.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Performing raw SQL queries: executing custom SQL directly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Shows connection.cursor() and cursor.execute, which your health check uses to run a tiny 'SELECT 1' test query.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Health Endpoint Monitoring pattern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Microsoft Learn · article · intermediate. The bigger picture: how monitoring tools call /health, what to check (like the database) and how to keep it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