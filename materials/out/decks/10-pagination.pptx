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deck goes with exercise 10. By the end you should be able to cut a list into pages, check the numbers a client sends, and explain the metadata that comes back.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Think of search results: Google shows 10 at a time with 'Next' at the bottom. Nobody downloads all million results.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Everything in a web address is text, so ?page=2 arrives as the string "2". items, page and page_size only exist inside your function while a test calls 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Page 5 has only [41, 42]: the last page can be shorter. An empty list still has one empty page.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Same idea as your task, on different data: checking a number typed into a form. int("old") raises ValueError, but int(None) raises a TypeError. The tests pass None too, so catch both in brackets. raise stops the function and hands the error back to the caller.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All three are functions: pass values in round brackets. math is already imported at the top of the exercise file.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Any leftover items need one more page, so page counts always round up.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Different data, same pattern. Slices stop before the stop position, and page 1 starts at position 0. The one-line if picks between two values: value_if_true if condition else value_if_false. That's how you get None on the first and last pages.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Order matters: clamp page_size before counting pages, or test 6 gets 1 page instead of 4.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max page size matters for safety: without it, anyone could ask for a million rows in one request and slow the server down.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docs.djangoproject.com/en/5.2/topics/pagination/" TargetMode="External"/><Relationship Id="rId3" Type="http://schemas.openxmlformats.org/officeDocument/2006/relationships/hyperlink" Target="https://docs.python.org/3/library/math.html#math.ceil" TargetMode="External"/><Relationship Id="rId4" Type="http://schemas.openxmlformats.org/officeDocument/2006/relationships/hyperlink" Target="https://www.django-rest-framework.org/api-guide/pagination/#pagenumberpagination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15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1554480"/>
            <a:ext cx="8229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1400" b="1">
                <a:solidFill>
                  <a:srgbClr val="B38CFF"/>
                </a:solidFill>
                <a:latin typeface="Segoe UI"/>
              </a:rPr>
              <a:t>WEEK 2  ·  EXERCISE 10  ·  PAGINATION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2103120"/>
            <a:ext cx="10911535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5400" b="1">
                <a:solidFill>
                  <a:srgbClr val="FFFFFF"/>
                </a:solidFill>
                <a:latin typeface="Segoe UI"/>
              </a:rPr>
              <a:t>Paginate a list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4160520"/>
            <a:ext cx="1280160" cy="73152"/>
          </a:xfrm>
          <a:prstGeom prst="rect">
            <a:avLst/>
          </a:prstGeom>
          <a:solidFill>
            <a:srgbClr val="8A4F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4480560"/>
            <a:ext cx="10911535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2200" b="0">
                <a:solidFill>
                  <a:srgbClr val="C9D1DE"/>
                </a:solidFill>
                <a:latin typeface="Segoe UI"/>
              </a:rPr>
              <a:t>Send a long list one page at a time, with numbers that say where you are.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035040"/>
            <a:ext cx="5486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1400" b="1">
                <a:solidFill>
                  <a:srgbClr val="9AA4B5"/>
                </a:solidFill>
                <a:latin typeface="Segoe UI"/>
              </a:rPr>
              <a:t>Backend Lab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8A4F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0"/>
            <a:ext cx="1091153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1100" b="0">
                <a:solidFill>
                  <a:srgbClr val="5D6778"/>
                </a:solidFill>
                <a:latin typeface="Segoe UI"/>
              </a:rPr>
              <a:t>Backend Lab  ·  Exercise 10  ·  Paginate a list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37215" y="640080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600"/>
              </a:spcAft>
            </a:pPr>
            <a:r>
              <a:rPr sz="1100" b="0">
                <a:solidFill>
                  <a:srgbClr val="5D6778"/>
                </a:solidFill>
                <a:latin typeface="Segoe UI"/>
              </a:rPr>
              <a:t>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411480"/>
            <a:ext cx="10911535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3200" b="1">
                <a:solidFill>
                  <a:srgbClr val="1C2330"/>
                </a:solidFill>
                <a:latin typeface="Segoe UI"/>
              </a:rPr>
              <a:t>The big idea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554480"/>
            <a:ext cx="10911535" cy="4206240"/>
          </a:xfrm>
          <a:prstGeom prst="roundRect">
            <a:avLst>
              <a:gd name="adj" fmla="val 6000"/>
            </a:avLst>
          </a:prstGeom>
          <a:solidFill>
            <a:srgbClr val="F3EE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" y="1737360"/>
            <a:ext cx="9997135" cy="3840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spcAft>
                <a:spcPts val="1400"/>
              </a:spcAft>
            </a:pPr>
            <a:r>
              <a:rPr sz="2400" b="0">
                <a:solidFill>
                  <a:srgbClr val="1C2330"/>
                </a:solidFill>
                <a:latin typeface="Segoe UI"/>
              </a:rPr>
              <a:t>An API with 50,000 tasks can't send them all at once: the response would be huge and slow. So it sends </a:t>
            </a:r>
            <a:r>
              <a:rPr sz="2400" b="1">
                <a:solidFill>
                  <a:srgbClr val="1C2330"/>
                </a:solidFill>
                <a:latin typeface="Segoe UI"/>
              </a:rPr>
              <a:t>pages</a:t>
            </a:r>
            <a:r>
              <a:rPr sz="2400" b="0">
                <a:solidFill>
                  <a:srgbClr val="1C2330"/>
                </a:solidFill>
                <a:latin typeface="Segoe UI"/>
              </a:rPr>
              <a:t>: a small slice, plus a few numbers that say where you are.</a:t>
            </a:r>
          </a:p>
          <a:p>
            <a:pPr>
              <a:spcAft>
                <a:spcPts val="1400"/>
              </a:spcAft>
            </a:pPr>
            <a:r>
              <a:rPr sz="2400" b="0">
                <a:solidFill>
                  <a:srgbClr val="1C2330"/>
                </a:solidFill>
                <a:latin typeface="Segoe UI"/>
              </a:rPr>
              <a:t>You already do this with </a:t>
            </a:r>
            <a:r>
              <a:rPr sz="2400" b="0">
                <a:solidFill>
                  <a:srgbClr val="6A3FC0"/>
                </a:solidFill>
                <a:latin typeface="Consolas"/>
              </a:rPr>
              <a:t>df.head(10)</a:t>
            </a:r>
            <a:r>
              <a:rPr sz="2400" b="0">
                <a:solidFill>
                  <a:srgbClr val="1C2330"/>
                </a:solidFill>
                <a:latin typeface="Segoe UI"/>
              </a:rPr>
              <a:t> and </a:t>
            </a:r>
            <a:r>
              <a:rPr sz="2400" b="0">
                <a:solidFill>
                  <a:srgbClr val="6A3FC0"/>
                </a:solidFill>
                <a:latin typeface="Consolas"/>
              </a:rPr>
              <a:t>df.iloc[10:20]</a:t>
            </a:r>
            <a:r>
              <a:rPr sz="2400" b="0">
                <a:solidFill>
                  <a:srgbClr val="1C2330"/>
                </a:solidFill>
                <a:latin typeface="Segoe UI"/>
              </a:rPr>
              <a:t>. Pagination is the same idea, done by the server, with the </a:t>
            </a:r>
            <a:r>
              <a:rPr sz="2400" b="1">
                <a:solidFill>
                  <a:srgbClr val="1C2330"/>
                </a:solidFill>
                <a:latin typeface="Segoe UI"/>
              </a:rPr>
              <a:t>client</a:t>
            </a:r>
            <a:r>
              <a:rPr sz="2400" b="0">
                <a:solidFill>
                  <a:srgbClr val="1C2330"/>
                </a:solidFill>
                <a:latin typeface="Segoe UI"/>
              </a:rPr>
              <a:t> choosing the chunk.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8A4F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0"/>
            <a:ext cx="1091153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1100" b="0">
                <a:solidFill>
                  <a:srgbClr val="5D6778"/>
                </a:solidFill>
                <a:latin typeface="Segoe UI"/>
              </a:rPr>
              <a:t>Backend Lab  ·  Exercise 10  ·  Paginate a list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37215" y="640080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600"/>
              </a:spcAft>
            </a:pPr>
            <a:r>
              <a:rPr sz="1100" b="0">
                <a:solidFill>
                  <a:srgbClr val="5D6778"/>
                </a:solidFill>
                <a:latin typeface="Segoe UI"/>
              </a:rPr>
              <a:t>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411480"/>
            <a:ext cx="10911535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3200" b="1">
                <a:solidFill>
                  <a:srgbClr val="1C2330"/>
                </a:solidFill>
                <a:latin typeface="Segoe UI"/>
              </a:rPr>
              <a:t>What your code receives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463040"/>
            <a:ext cx="10911535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2000" b="0">
                <a:solidFill>
                  <a:srgbClr val="1C2330"/>
                </a:solidFill>
                <a:latin typeface="Segoe UI"/>
              </a:rPr>
              <a:t>The client writes </a:t>
            </a:r>
            <a:r>
              <a:rPr sz="2000" b="0">
                <a:solidFill>
                  <a:srgbClr val="6A3FC0"/>
                </a:solidFill>
                <a:latin typeface="Consolas"/>
              </a:rPr>
              <a:t>?page=2&amp;page_size=10</a:t>
            </a:r>
            <a:r>
              <a:rPr sz="2000" b="0">
                <a:solidFill>
                  <a:srgbClr val="1C2330"/>
                </a:solidFill>
                <a:latin typeface="Segoe UI"/>
              </a:rPr>
              <a:t>. The tests call your function and pass these in: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2331720"/>
            <a:ext cx="10911535" cy="3840480"/>
          </a:xfrm>
          <a:prstGeom prst="roundRect">
            <a:avLst>
              <a:gd name="adj" fmla="val 6000"/>
            </a:avLst>
          </a:prstGeom>
          <a:solidFill>
            <a:srgbClr val="1E1E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2532888"/>
            <a:ext cx="10362895" cy="3474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10000"/>
              </a:lnSpc>
            </a:pPr>
            <a:r>
              <a:rPr sz="1800">
                <a:solidFill>
                  <a:srgbClr val="9CDCFE"/>
                </a:solidFill>
                <a:latin typeface="Consolas"/>
              </a:rPr>
              <a:t>ITEMS</a:t>
            </a:r>
            <a:r>
              <a:rPr sz="1800">
                <a:solidFill>
                  <a:srgbClr val="D4D4D4"/>
                </a:solidFill>
                <a:latin typeface="Consolas"/>
              </a:rPr>
              <a:t> </a:t>
            </a:r>
            <a:r>
              <a:rPr sz="1800">
                <a:solidFill>
                  <a:srgbClr val="D4D4D4"/>
                </a:solidFill>
                <a:latin typeface="Consolas"/>
              </a:rPr>
              <a:t>=</a:t>
            </a:r>
            <a:r>
              <a:rPr sz="1800">
                <a:solidFill>
                  <a:srgbClr val="D4D4D4"/>
                </a:solidFill>
                <a:latin typeface="Consolas"/>
              </a:rPr>
              <a:t> </a:t>
            </a:r>
            <a:r>
              <a:rPr sz="1800">
                <a:solidFill>
                  <a:srgbClr val="4EC9B0"/>
                </a:solidFill>
                <a:latin typeface="Consolas"/>
              </a:rPr>
              <a:t>list</a:t>
            </a:r>
            <a:r>
              <a:rPr sz="1800">
                <a:solidFill>
                  <a:srgbClr val="D4D4D4"/>
                </a:solidFill>
                <a:latin typeface="Consolas"/>
              </a:rPr>
              <a:t>(</a:t>
            </a:r>
            <a:r>
              <a:rPr sz="1800">
                <a:solidFill>
                  <a:srgbClr val="4EC9B0"/>
                </a:solidFill>
                <a:latin typeface="Consolas"/>
              </a:rPr>
              <a:t>range</a:t>
            </a:r>
            <a:r>
              <a:rPr sz="1800">
                <a:solidFill>
                  <a:srgbClr val="D4D4D4"/>
                </a:solidFill>
                <a:latin typeface="Consolas"/>
              </a:rPr>
              <a:t>(</a:t>
            </a:r>
            <a:r>
              <a:rPr sz="1800">
                <a:solidFill>
                  <a:srgbClr val="B5CEA8"/>
                </a:solidFill>
                <a:latin typeface="Consolas"/>
              </a:rPr>
              <a:t>1</a:t>
            </a:r>
            <a:r>
              <a:rPr sz="1800">
                <a:solidFill>
                  <a:srgbClr val="D4D4D4"/>
                </a:solidFill>
                <a:latin typeface="Consolas"/>
              </a:rPr>
              <a:t>,</a:t>
            </a:r>
            <a:r>
              <a:rPr sz="1800">
                <a:solidFill>
                  <a:srgbClr val="D4D4D4"/>
                </a:solidFill>
                <a:latin typeface="Consolas"/>
              </a:rPr>
              <a:t> </a:t>
            </a:r>
            <a:r>
              <a:rPr sz="1800">
                <a:solidFill>
                  <a:srgbClr val="B5CEA8"/>
                </a:solidFill>
                <a:latin typeface="Consolas"/>
              </a:rPr>
              <a:t>43</a:t>
            </a:r>
            <a:r>
              <a:rPr sz="1800">
                <a:solidFill>
                  <a:srgbClr val="D4D4D4"/>
                </a:solidFill>
                <a:latin typeface="Consolas"/>
              </a:rPr>
              <a:t>)</a:t>
            </a:r>
            <a:r>
              <a:rPr sz="1800">
                <a:solidFill>
                  <a:srgbClr val="D4D4D4"/>
                </a:solidFill>
                <a:latin typeface="Consolas"/>
              </a:rPr>
              <a:t>)</a:t>
            </a:r>
            <a:r>
              <a:rPr sz="1800">
                <a:solidFill>
                  <a:srgbClr val="D4D4D4"/>
                </a:solidFill>
                <a:latin typeface="Consolas"/>
              </a:rPr>
              <a:t>    </a:t>
            </a:r>
            <a:r>
              <a:rPr sz="1800">
                <a:solidFill>
                  <a:srgbClr val="6A9955"/>
                </a:solidFill>
                <a:latin typeface="Consolas"/>
              </a:rPr>
              <a:t># [1, 2, 3, ..., 42] -&gt; 42 items</a:t>
            </a:r>
          </a:p>
          <a:p>
            <a:pPr>
              <a:lnSpc>
                <a:spcPct val="110000"/>
              </a:lnSpc>
            </a:pPr>
          </a:p>
          <a:p>
            <a:pPr>
              <a:lnSpc>
                <a:spcPct val="110000"/>
              </a:lnSpc>
            </a:pPr>
            <a:r>
              <a:rPr sz="1800">
                <a:solidFill>
                  <a:srgbClr val="9CDCFE"/>
                </a:solidFill>
                <a:latin typeface="Consolas"/>
              </a:rPr>
              <a:t>paginate</a:t>
            </a:r>
            <a:r>
              <a:rPr sz="1800">
                <a:solidFill>
                  <a:srgbClr val="D4D4D4"/>
                </a:solidFill>
                <a:latin typeface="Consolas"/>
              </a:rPr>
              <a:t>(</a:t>
            </a:r>
            <a:r>
              <a:rPr sz="1800">
                <a:solidFill>
                  <a:srgbClr val="9CDCFE"/>
                </a:solidFill>
                <a:latin typeface="Consolas"/>
              </a:rPr>
              <a:t>ITEMS</a:t>
            </a:r>
            <a:r>
              <a:rPr sz="1800">
                <a:solidFill>
                  <a:srgbClr val="D4D4D4"/>
                </a:solidFill>
                <a:latin typeface="Consolas"/>
              </a:rPr>
              <a:t>,</a:t>
            </a:r>
            <a:r>
              <a:rPr sz="1800">
                <a:solidFill>
                  <a:srgbClr val="D4D4D4"/>
                </a:solidFill>
                <a:latin typeface="Consolas"/>
              </a:rPr>
              <a:t> </a:t>
            </a:r>
            <a:r>
              <a:rPr sz="1800">
                <a:solidFill>
                  <a:srgbClr val="9CDCFE"/>
                </a:solidFill>
                <a:latin typeface="Consolas"/>
              </a:rPr>
              <a:t>page</a:t>
            </a:r>
            <a:r>
              <a:rPr sz="1800">
                <a:solidFill>
                  <a:srgbClr val="D4D4D4"/>
                </a:solidFill>
                <a:latin typeface="Consolas"/>
              </a:rPr>
              <a:t>=</a:t>
            </a:r>
            <a:r>
              <a:rPr sz="1800">
                <a:solidFill>
                  <a:srgbClr val="B5CEA8"/>
                </a:solidFill>
                <a:latin typeface="Consolas"/>
              </a:rPr>
              <a:t>1</a:t>
            </a:r>
            <a:r>
              <a:rPr sz="1800">
                <a:solidFill>
                  <a:srgbClr val="D4D4D4"/>
                </a:solidFill>
                <a:latin typeface="Consolas"/>
              </a:rPr>
              <a:t>,</a:t>
            </a:r>
            <a:r>
              <a:rPr sz="1800">
                <a:solidFill>
                  <a:srgbClr val="D4D4D4"/>
                </a:solidFill>
                <a:latin typeface="Consolas"/>
              </a:rPr>
              <a:t> </a:t>
            </a:r>
            <a:r>
              <a:rPr sz="1800">
                <a:solidFill>
                  <a:srgbClr val="9CDCFE"/>
                </a:solidFill>
                <a:latin typeface="Consolas"/>
              </a:rPr>
              <a:t>page_size</a:t>
            </a:r>
            <a:r>
              <a:rPr sz="1800">
                <a:solidFill>
                  <a:srgbClr val="D4D4D4"/>
                </a:solidFill>
                <a:latin typeface="Consolas"/>
              </a:rPr>
              <a:t>=</a:t>
            </a:r>
            <a:r>
              <a:rPr sz="1800">
                <a:solidFill>
                  <a:srgbClr val="B5CEA8"/>
                </a:solidFill>
                <a:latin typeface="Consolas"/>
              </a:rPr>
              <a:t>10</a:t>
            </a:r>
            <a:r>
              <a:rPr sz="1800">
                <a:solidFill>
                  <a:srgbClr val="D4D4D4"/>
                </a:solidFill>
                <a:latin typeface="Consolas"/>
              </a:rPr>
              <a:t>)</a:t>
            </a:r>
          </a:p>
          <a:p>
            <a:pPr>
              <a:lnSpc>
                <a:spcPct val="110000"/>
              </a:lnSpc>
            </a:pPr>
            <a:r>
              <a:rPr sz="1800">
                <a:solidFill>
                  <a:srgbClr val="9CDCFE"/>
                </a:solidFill>
                <a:latin typeface="Consolas"/>
              </a:rPr>
              <a:t>paginate</a:t>
            </a:r>
            <a:r>
              <a:rPr sz="1800">
                <a:solidFill>
                  <a:srgbClr val="D4D4D4"/>
                </a:solidFill>
                <a:latin typeface="Consolas"/>
              </a:rPr>
              <a:t>(</a:t>
            </a:r>
            <a:r>
              <a:rPr sz="1800">
                <a:solidFill>
                  <a:srgbClr val="9CDCFE"/>
                </a:solidFill>
                <a:latin typeface="Consolas"/>
              </a:rPr>
              <a:t>ITEMS</a:t>
            </a:r>
            <a:r>
              <a:rPr sz="1800">
                <a:solidFill>
                  <a:srgbClr val="D4D4D4"/>
                </a:solidFill>
                <a:latin typeface="Consolas"/>
              </a:rPr>
              <a:t>,</a:t>
            </a:r>
            <a:r>
              <a:rPr sz="1800">
                <a:solidFill>
                  <a:srgbClr val="D4D4D4"/>
                </a:solidFill>
                <a:latin typeface="Consolas"/>
              </a:rPr>
              <a:t> </a:t>
            </a:r>
            <a:r>
              <a:rPr sz="1800">
                <a:solidFill>
                  <a:srgbClr val="9CDCFE"/>
                </a:solidFill>
                <a:latin typeface="Consolas"/>
              </a:rPr>
              <a:t>page</a:t>
            </a:r>
            <a:r>
              <a:rPr sz="1800">
                <a:solidFill>
                  <a:srgbClr val="D4D4D4"/>
                </a:solidFill>
                <a:latin typeface="Consolas"/>
              </a:rPr>
              <a:t>=</a:t>
            </a:r>
            <a:r>
              <a:rPr sz="1800">
                <a:solidFill>
                  <a:srgbClr val="CE9178"/>
                </a:solidFill>
                <a:latin typeface="Consolas"/>
              </a:rPr>
              <a:t>"</a:t>
            </a:r>
            <a:r>
              <a:rPr sz="1800">
                <a:solidFill>
                  <a:srgbClr val="CE9178"/>
                </a:solidFill>
                <a:latin typeface="Consolas"/>
              </a:rPr>
              <a:t>2</a:t>
            </a:r>
            <a:r>
              <a:rPr sz="1800">
                <a:solidFill>
                  <a:srgbClr val="CE9178"/>
                </a:solidFill>
                <a:latin typeface="Consolas"/>
              </a:rPr>
              <a:t>"</a:t>
            </a:r>
            <a:r>
              <a:rPr sz="1800">
                <a:solidFill>
                  <a:srgbClr val="D4D4D4"/>
                </a:solidFill>
                <a:latin typeface="Consolas"/>
              </a:rPr>
              <a:t>,</a:t>
            </a:r>
            <a:r>
              <a:rPr sz="1800">
                <a:solidFill>
                  <a:srgbClr val="D4D4D4"/>
                </a:solidFill>
                <a:latin typeface="Consolas"/>
              </a:rPr>
              <a:t> </a:t>
            </a:r>
            <a:r>
              <a:rPr sz="1800">
                <a:solidFill>
                  <a:srgbClr val="9CDCFE"/>
                </a:solidFill>
                <a:latin typeface="Consolas"/>
              </a:rPr>
              <a:t>page_size</a:t>
            </a:r>
            <a:r>
              <a:rPr sz="1800">
                <a:solidFill>
                  <a:srgbClr val="D4D4D4"/>
                </a:solidFill>
                <a:latin typeface="Consolas"/>
              </a:rPr>
              <a:t>=</a:t>
            </a:r>
            <a:r>
              <a:rPr sz="1800">
                <a:solidFill>
                  <a:srgbClr val="CE9178"/>
                </a:solidFill>
                <a:latin typeface="Consolas"/>
              </a:rPr>
              <a:t>"</a:t>
            </a:r>
            <a:r>
              <a:rPr sz="1800">
                <a:solidFill>
                  <a:srgbClr val="CE9178"/>
                </a:solidFill>
                <a:latin typeface="Consolas"/>
              </a:rPr>
              <a:t>20</a:t>
            </a:r>
            <a:r>
              <a:rPr sz="1800">
                <a:solidFill>
                  <a:srgbClr val="CE9178"/>
                </a:solidFill>
                <a:latin typeface="Consolas"/>
              </a:rPr>
              <a:t>"</a:t>
            </a:r>
            <a:r>
              <a:rPr sz="1800">
                <a:solidFill>
                  <a:srgbClr val="D4D4D4"/>
                </a:solidFill>
                <a:latin typeface="Consolas"/>
              </a:rPr>
              <a:t>)</a:t>
            </a:r>
            <a:r>
              <a:rPr sz="1800">
                <a:solidFill>
                  <a:srgbClr val="D4D4D4"/>
                </a:solidFill>
                <a:latin typeface="Consolas"/>
              </a:rPr>
              <a:t>     </a:t>
            </a:r>
            <a:r>
              <a:rPr sz="1800">
                <a:solidFill>
                  <a:srgbClr val="6A9955"/>
                </a:solidFill>
                <a:latin typeface="Consolas"/>
              </a:rPr>
              <a:t># text, like a real URL</a:t>
            </a:r>
          </a:p>
          <a:p>
            <a:pPr>
              <a:lnSpc>
                <a:spcPct val="110000"/>
              </a:lnSpc>
            </a:pPr>
            <a:r>
              <a:rPr sz="1800">
                <a:solidFill>
                  <a:srgbClr val="9CDCFE"/>
                </a:solidFill>
                <a:latin typeface="Consolas"/>
              </a:rPr>
              <a:t>paginate</a:t>
            </a:r>
            <a:r>
              <a:rPr sz="1800">
                <a:solidFill>
                  <a:srgbClr val="D4D4D4"/>
                </a:solidFill>
                <a:latin typeface="Consolas"/>
              </a:rPr>
              <a:t>(</a:t>
            </a:r>
            <a:r>
              <a:rPr sz="1800">
                <a:solidFill>
                  <a:srgbClr val="9CDCFE"/>
                </a:solidFill>
                <a:latin typeface="Consolas"/>
              </a:rPr>
              <a:t>ITEMS</a:t>
            </a:r>
            <a:r>
              <a:rPr sz="1800">
                <a:solidFill>
                  <a:srgbClr val="D4D4D4"/>
                </a:solidFill>
                <a:latin typeface="Consolas"/>
              </a:rPr>
              <a:t>,</a:t>
            </a:r>
            <a:r>
              <a:rPr sz="1800">
                <a:solidFill>
                  <a:srgbClr val="D4D4D4"/>
                </a:solidFill>
                <a:latin typeface="Consolas"/>
              </a:rPr>
              <a:t> </a:t>
            </a:r>
            <a:r>
              <a:rPr sz="1800">
                <a:solidFill>
                  <a:srgbClr val="9CDCFE"/>
                </a:solidFill>
                <a:latin typeface="Consolas"/>
              </a:rPr>
              <a:t>page</a:t>
            </a:r>
            <a:r>
              <a:rPr sz="1800">
                <a:solidFill>
                  <a:srgbClr val="D4D4D4"/>
                </a:solidFill>
                <a:latin typeface="Consolas"/>
              </a:rPr>
              <a:t>=</a:t>
            </a:r>
            <a:r>
              <a:rPr sz="1800">
                <a:solidFill>
                  <a:srgbClr val="CE9178"/>
                </a:solidFill>
                <a:latin typeface="Consolas"/>
              </a:rPr>
              <a:t>"</a:t>
            </a:r>
            <a:r>
              <a:rPr sz="1800">
                <a:solidFill>
                  <a:srgbClr val="CE9178"/>
                </a:solidFill>
                <a:latin typeface="Consolas"/>
              </a:rPr>
              <a:t>abc</a:t>
            </a:r>
            <a:r>
              <a:rPr sz="1800">
                <a:solidFill>
                  <a:srgbClr val="CE9178"/>
                </a:solidFill>
                <a:latin typeface="Consolas"/>
              </a:rPr>
              <a:t>"</a:t>
            </a:r>
            <a:r>
              <a:rPr sz="1800">
                <a:solidFill>
                  <a:srgbClr val="D4D4D4"/>
                </a:solidFill>
                <a:latin typeface="Consolas"/>
              </a:rPr>
              <a:t>,</a:t>
            </a:r>
            <a:r>
              <a:rPr sz="1800">
                <a:solidFill>
                  <a:srgbClr val="D4D4D4"/>
                </a:solidFill>
                <a:latin typeface="Consolas"/>
              </a:rPr>
              <a:t> </a:t>
            </a:r>
            <a:r>
              <a:rPr sz="1800">
                <a:solidFill>
                  <a:srgbClr val="9CDCFE"/>
                </a:solidFill>
                <a:latin typeface="Consolas"/>
              </a:rPr>
              <a:t>page_size</a:t>
            </a:r>
            <a:r>
              <a:rPr sz="1800">
                <a:solidFill>
                  <a:srgbClr val="D4D4D4"/>
                </a:solidFill>
                <a:latin typeface="Consolas"/>
              </a:rPr>
              <a:t>=</a:t>
            </a:r>
            <a:r>
              <a:rPr sz="1800">
                <a:solidFill>
                  <a:srgbClr val="B5CEA8"/>
                </a:solidFill>
                <a:latin typeface="Consolas"/>
              </a:rPr>
              <a:t>10</a:t>
            </a:r>
            <a:r>
              <a:rPr sz="1800">
                <a:solidFill>
                  <a:srgbClr val="D4D4D4"/>
                </a:solidFill>
                <a:latin typeface="Consolas"/>
              </a:rPr>
              <a:t>)</a:t>
            </a:r>
            <a:r>
              <a:rPr sz="1800">
                <a:solidFill>
                  <a:srgbClr val="D4D4D4"/>
                </a:solidFill>
                <a:latin typeface="Consolas"/>
              </a:rPr>
              <a:t>     </a:t>
            </a:r>
            <a:r>
              <a:rPr sz="1800">
                <a:solidFill>
                  <a:srgbClr val="6A9955"/>
                </a:solidFill>
                <a:latin typeface="Consolas"/>
              </a:rPr>
              <a:t># must raise ValueError</a:t>
            </a:r>
          </a:p>
          <a:p>
            <a:pPr>
              <a:lnSpc>
                <a:spcPct val="110000"/>
              </a:lnSpc>
            </a:pPr>
            <a:r>
              <a:rPr sz="1800">
                <a:solidFill>
                  <a:srgbClr val="9CDCFE"/>
                </a:solidFill>
                <a:latin typeface="Consolas"/>
              </a:rPr>
              <a:t>paginate</a:t>
            </a:r>
            <a:r>
              <a:rPr sz="1800">
                <a:solidFill>
                  <a:srgbClr val="D4D4D4"/>
                </a:solidFill>
                <a:latin typeface="Consolas"/>
              </a:rPr>
              <a:t>(</a:t>
            </a:r>
            <a:r>
              <a:rPr sz="1800">
                <a:solidFill>
                  <a:srgbClr val="9CDCFE"/>
                </a:solidFill>
                <a:latin typeface="Consolas"/>
              </a:rPr>
              <a:t>ITEMS</a:t>
            </a:r>
            <a:r>
              <a:rPr sz="1800">
                <a:solidFill>
                  <a:srgbClr val="D4D4D4"/>
                </a:solidFill>
                <a:latin typeface="Consolas"/>
              </a:rPr>
              <a:t>,</a:t>
            </a:r>
            <a:r>
              <a:rPr sz="1800">
                <a:solidFill>
                  <a:srgbClr val="D4D4D4"/>
                </a:solidFill>
                <a:latin typeface="Consolas"/>
              </a:rPr>
              <a:t> </a:t>
            </a:r>
            <a:r>
              <a:rPr sz="1800">
                <a:solidFill>
                  <a:srgbClr val="9CDCFE"/>
                </a:solidFill>
                <a:latin typeface="Consolas"/>
              </a:rPr>
              <a:t>page</a:t>
            </a:r>
            <a:r>
              <a:rPr sz="1800">
                <a:solidFill>
                  <a:srgbClr val="D4D4D4"/>
                </a:solidFill>
                <a:latin typeface="Consolas"/>
              </a:rPr>
              <a:t>=</a:t>
            </a:r>
            <a:r>
              <a:rPr sz="1800">
                <a:solidFill>
                  <a:srgbClr val="B5CEA8"/>
                </a:solidFill>
                <a:latin typeface="Consolas"/>
              </a:rPr>
              <a:t>6</a:t>
            </a:r>
            <a:r>
              <a:rPr sz="1800">
                <a:solidFill>
                  <a:srgbClr val="D4D4D4"/>
                </a:solidFill>
                <a:latin typeface="Consolas"/>
              </a:rPr>
              <a:t>,</a:t>
            </a:r>
            <a:r>
              <a:rPr sz="1800">
                <a:solidFill>
                  <a:srgbClr val="D4D4D4"/>
                </a:solidFill>
                <a:latin typeface="Consolas"/>
              </a:rPr>
              <a:t> </a:t>
            </a:r>
            <a:r>
              <a:rPr sz="1800">
                <a:solidFill>
                  <a:srgbClr val="9CDCFE"/>
                </a:solidFill>
                <a:latin typeface="Consolas"/>
              </a:rPr>
              <a:t>page_size</a:t>
            </a:r>
            <a:r>
              <a:rPr sz="1800">
                <a:solidFill>
                  <a:srgbClr val="D4D4D4"/>
                </a:solidFill>
                <a:latin typeface="Consolas"/>
              </a:rPr>
              <a:t>=</a:t>
            </a:r>
            <a:r>
              <a:rPr sz="1800">
                <a:solidFill>
                  <a:srgbClr val="B5CEA8"/>
                </a:solidFill>
                <a:latin typeface="Consolas"/>
              </a:rPr>
              <a:t>10</a:t>
            </a:r>
            <a:r>
              <a:rPr sz="1800">
                <a:solidFill>
                  <a:srgbClr val="D4D4D4"/>
                </a:solidFill>
                <a:latin typeface="Consolas"/>
              </a:rPr>
              <a:t>)</a:t>
            </a:r>
            <a:r>
              <a:rPr sz="1800">
                <a:solidFill>
                  <a:srgbClr val="D4D4D4"/>
                </a:solidFill>
                <a:latin typeface="Consolas"/>
              </a:rPr>
              <a:t>         </a:t>
            </a:r>
            <a:r>
              <a:rPr sz="1800">
                <a:solidFill>
                  <a:srgbClr val="6A9955"/>
                </a:solidFill>
                <a:latin typeface="Consolas"/>
              </a:rPr>
              <a:t># ValueError("Invalid page.")</a:t>
            </a:r>
          </a:p>
          <a:p>
            <a:pPr>
              <a:lnSpc>
                <a:spcPct val="110000"/>
              </a:lnSpc>
            </a:pPr>
            <a:r>
              <a:rPr sz="1800">
                <a:solidFill>
                  <a:srgbClr val="9CDCFE"/>
                </a:solidFill>
                <a:latin typeface="Consolas"/>
              </a:rPr>
              <a:t>paginate</a:t>
            </a:r>
            <a:r>
              <a:rPr sz="1800">
                <a:solidFill>
                  <a:srgbClr val="D4D4D4"/>
                </a:solidFill>
                <a:latin typeface="Consolas"/>
              </a:rPr>
              <a:t>(</a:t>
            </a:r>
            <a:r>
              <a:rPr sz="1800">
                <a:solidFill>
                  <a:srgbClr val="4EC9B0"/>
                </a:solidFill>
                <a:latin typeface="Consolas"/>
              </a:rPr>
              <a:t>list</a:t>
            </a:r>
            <a:r>
              <a:rPr sz="1800">
                <a:solidFill>
                  <a:srgbClr val="D4D4D4"/>
                </a:solidFill>
                <a:latin typeface="Consolas"/>
              </a:rPr>
              <a:t>(</a:t>
            </a:r>
            <a:r>
              <a:rPr sz="1800">
                <a:solidFill>
                  <a:srgbClr val="4EC9B0"/>
                </a:solidFill>
                <a:latin typeface="Consolas"/>
              </a:rPr>
              <a:t>range</a:t>
            </a:r>
            <a:r>
              <a:rPr sz="1800">
                <a:solidFill>
                  <a:srgbClr val="D4D4D4"/>
                </a:solidFill>
                <a:latin typeface="Consolas"/>
              </a:rPr>
              <a:t>(</a:t>
            </a:r>
            <a:r>
              <a:rPr sz="1800">
                <a:solidFill>
                  <a:srgbClr val="B5CEA8"/>
                </a:solidFill>
                <a:latin typeface="Consolas"/>
              </a:rPr>
              <a:t>200</a:t>
            </a:r>
            <a:r>
              <a:rPr sz="1800">
                <a:solidFill>
                  <a:srgbClr val="D4D4D4"/>
                </a:solidFill>
                <a:latin typeface="Consolas"/>
              </a:rPr>
              <a:t>)</a:t>
            </a:r>
            <a:r>
              <a:rPr sz="1800">
                <a:solidFill>
                  <a:srgbClr val="D4D4D4"/>
                </a:solidFill>
                <a:latin typeface="Consolas"/>
              </a:rPr>
              <a:t>)</a:t>
            </a:r>
            <a:r>
              <a:rPr sz="1800">
                <a:solidFill>
                  <a:srgbClr val="D4D4D4"/>
                </a:solidFill>
                <a:latin typeface="Consolas"/>
              </a:rPr>
              <a:t>,</a:t>
            </a:r>
            <a:r>
              <a:rPr sz="1800">
                <a:solidFill>
                  <a:srgbClr val="D4D4D4"/>
                </a:solidFill>
                <a:latin typeface="Consolas"/>
              </a:rPr>
              <a:t> </a:t>
            </a:r>
            <a:r>
              <a:rPr sz="1800">
                <a:solidFill>
                  <a:srgbClr val="9CDCFE"/>
                </a:solidFill>
                <a:latin typeface="Consolas"/>
              </a:rPr>
              <a:t>page</a:t>
            </a:r>
            <a:r>
              <a:rPr sz="1800">
                <a:solidFill>
                  <a:srgbClr val="D4D4D4"/>
                </a:solidFill>
                <a:latin typeface="Consolas"/>
              </a:rPr>
              <a:t>=</a:t>
            </a:r>
            <a:r>
              <a:rPr sz="1800">
                <a:solidFill>
                  <a:srgbClr val="B5CEA8"/>
                </a:solidFill>
                <a:latin typeface="Consolas"/>
              </a:rPr>
              <a:t>1</a:t>
            </a:r>
            <a:r>
              <a:rPr sz="1800">
                <a:solidFill>
                  <a:srgbClr val="D4D4D4"/>
                </a:solidFill>
                <a:latin typeface="Consolas"/>
              </a:rPr>
              <a:t>,</a:t>
            </a:r>
            <a:r>
              <a:rPr sz="1800">
                <a:solidFill>
                  <a:srgbClr val="D4D4D4"/>
                </a:solidFill>
                <a:latin typeface="Consolas"/>
              </a:rPr>
              <a:t> </a:t>
            </a:r>
            <a:r>
              <a:rPr sz="1800">
                <a:solidFill>
                  <a:srgbClr val="9CDCFE"/>
                </a:solidFill>
                <a:latin typeface="Consolas"/>
              </a:rPr>
              <a:t>page_size</a:t>
            </a:r>
            <a:r>
              <a:rPr sz="1800">
                <a:solidFill>
                  <a:srgbClr val="D4D4D4"/>
                </a:solidFill>
                <a:latin typeface="Consolas"/>
              </a:rPr>
              <a:t>=</a:t>
            </a:r>
            <a:r>
              <a:rPr sz="1800">
                <a:solidFill>
                  <a:srgbClr val="B5CEA8"/>
                </a:solidFill>
                <a:latin typeface="Consolas"/>
              </a:rPr>
              <a:t>1000</a:t>
            </a:r>
            <a:r>
              <a:rPr sz="1800">
                <a:solidFill>
                  <a:srgbClr val="D4D4D4"/>
                </a:solidFill>
                <a:latin typeface="Consolas"/>
              </a:rPr>
              <a:t>,</a:t>
            </a:r>
            <a:r>
              <a:rPr sz="1800">
                <a:solidFill>
                  <a:srgbClr val="D4D4D4"/>
                </a:solidFill>
                <a:latin typeface="Consolas"/>
              </a:rPr>
              <a:t> </a:t>
            </a:r>
            <a:r>
              <a:rPr sz="1800">
                <a:solidFill>
                  <a:srgbClr val="9CDCFE"/>
                </a:solidFill>
                <a:latin typeface="Consolas"/>
              </a:rPr>
              <a:t>max_page_size</a:t>
            </a:r>
            <a:r>
              <a:rPr sz="1800">
                <a:solidFill>
                  <a:srgbClr val="D4D4D4"/>
                </a:solidFill>
                <a:latin typeface="Consolas"/>
              </a:rPr>
              <a:t>=</a:t>
            </a:r>
            <a:r>
              <a:rPr sz="1800">
                <a:solidFill>
                  <a:srgbClr val="B5CEA8"/>
                </a:solidFill>
                <a:latin typeface="Consolas"/>
              </a:rPr>
              <a:t>50</a:t>
            </a:r>
            <a:r>
              <a:rPr sz="1800">
                <a:solidFill>
                  <a:srgbClr val="D4D4D4"/>
                </a:solidFill>
                <a:latin typeface="Consolas"/>
              </a:rPr>
              <a:t>)</a:t>
            </a:r>
          </a:p>
          <a:p>
            <a:pPr>
              <a:lnSpc>
                <a:spcPct val="110000"/>
              </a:lnSpc>
            </a:pPr>
            <a:r>
              <a:rPr sz="1800">
                <a:solidFill>
                  <a:srgbClr val="9CDCFE"/>
                </a:solidFill>
                <a:latin typeface="Consolas"/>
              </a:rPr>
              <a:t>paginate</a:t>
            </a:r>
            <a:r>
              <a:rPr sz="1800">
                <a:solidFill>
                  <a:srgbClr val="D4D4D4"/>
                </a:solidFill>
                <a:latin typeface="Consolas"/>
              </a:rPr>
              <a:t>(</a:t>
            </a:r>
            <a:r>
              <a:rPr sz="1800">
                <a:solidFill>
                  <a:srgbClr val="D4D4D4"/>
                </a:solidFill>
                <a:latin typeface="Consolas"/>
              </a:rPr>
              <a:t>[</a:t>
            </a:r>
            <a:r>
              <a:rPr sz="1800">
                <a:solidFill>
                  <a:srgbClr val="D4D4D4"/>
                </a:solidFill>
                <a:latin typeface="Consolas"/>
              </a:rPr>
              <a:t>]</a:t>
            </a:r>
            <a:r>
              <a:rPr sz="1800">
                <a:solidFill>
                  <a:srgbClr val="D4D4D4"/>
                </a:solidFill>
                <a:latin typeface="Consolas"/>
              </a:rPr>
              <a:t>,</a:t>
            </a:r>
            <a:r>
              <a:rPr sz="1800">
                <a:solidFill>
                  <a:srgbClr val="D4D4D4"/>
                </a:solidFill>
                <a:latin typeface="Consolas"/>
              </a:rPr>
              <a:t> </a:t>
            </a:r>
            <a:r>
              <a:rPr sz="1800">
                <a:solidFill>
                  <a:srgbClr val="9CDCFE"/>
                </a:solidFill>
                <a:latin typeface="Consolas"/>
              </a:rPr>
              <a:t>page</a:t>
            </a:r>
            <a:r>
              <a:rPr sz="1800">
                <a:solidFill>
                  <a:srgbClr val="D4D4D4"/>
                </a:solidFill>
                <a:latin typeface="Consolas"/>
              </a:rPr>
              <a:t>=</a:t>
            </a:r>
            <a:r>
              <a:rPr sz="1800">
                <a:solidFill>
                  <a:srgbClr val="B5CEA8"/>
                </a:solidFill>
                <a:latin typeface="Consolas"/>
              </a:rPr>
              <a:t>1</a:t>
            </a:r>
            <a:r>
              <a:rPr sz="1800">
                <a:solidFill>
                  <a:srgbClr val="D4D4D4"/>
                </a:solidFill>
                <a:latin typeface="Consolas"/>
              </a:rPr>
              <a:t>)</a:t>
            </a:r>
            <a:r>
              <a:rPr sz="1800">
                <a:solidFill>
                  <a:srgbClr val="D4D4D4"/>
                </a:solidFill>
                <a:latin typeface="Consolas"/>
              </a:rPr>
              <a:t>                          </a:t>
            </a:r>
            <a:r>
              <a:rPr sz="1800">
                <a:solidFill>
                  <a:srgbClr val="6A9955"/>
                </a:solidFill>
                <a:latin typeface="Consolas"/>
              </a:rPr>
              <a:t># an empty list</a:t>
            </a:r>
          </a:p>
          <a:p>
            <a:pPr>
              <a:lnSpc>
                <a:spcPct val="110000"/>
              </a:lnSpc>
            </a:p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8A4F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0"/>
            <a:ext cx="1091153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1100" b="0">
                <a:solidFill>
                  <a:srgbClr val="5D6778"/>
                </a:solidFill>
                <a:latin typeface="Segoe UI"/>
              </a:rPr>
              <a:t>Backend Lab  ·  Exercise 10  ·  Paginate a list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37215" y="640080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600"/>
              </a:spcAft>
            </a:pPr>
            <a:r>
              <a:rPr sz="1100" b="0">
                <a:solidFill>
                  <a:srgbClr val="5D6778"/>
                </a:solidFill>
                <a:latin typeface="Segoe UI"/>
              </a:rPr>
              <a:t>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411480"/>
            <a:ext cx="10911535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3200" b="1">
                <a:solidFill>
                  <a:srgbClr val="1C2330"/>
                </a:solidFill>
                <a:latin typeface="Segoe UI"/>
              </a:rPr>
              <a:t>What your function must return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463040"/>
            <a:ext cx="10911535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2000" b="0">
                <a:solidFill>
                  <a:srgbClr val="6A3FC0"/>
                </a:solidFill>
                <a:latin typeface="Consolas"/>
              </a:rPr>
              <a:t>paginate(ITEMS, page=1, page_size=10)</a:t>
            </a:r>
            <a:r>
              <a:rPr sz="2000" b="0">
                <a:solidFill>
                  <a:srgbClr val="1C2330"/>
                </a:solidFill>
                <a:latin typeface="Segoe UI"/>
              </a:rPr>
              <a:t> gives one page plus </a:t>
            </a:r>
            <a:r>
              <a:rPr sz="2000" b="1">
                <a:solidFill>
                  <a:srgbClr val="1C2330"/>
                </a:solidFill>
                <a:latin typeface="Segoe UI"/>
              </a:rPr>
              <a:t>metadata</a:t>
            </a:r>
            <a:r>
              <a:rPr sz="2000" b="0">
                <a:solidFill>
                  <a:srgbClr val="1C2330"/>
                </a:solidFill>
                <a:latin typeface="Segoe UI"/>
              </a:rPr>
              <a:t>: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2331720"/>
            <a:ext cx="10911535" cy="3840480"/>
          </a:xfrm>
          <a:prstGeom prst="roundRect">
            <a:avLst>
              <a:gd name="adj" fmla="val 6000"/>
            </a:avLst>
          </a:prstGeom>
          <a:solidFill>
            <a:srgbClr val="1E1E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2532888"/>
            <a:ext cx="10362895" cy="3474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10000"/>
              </a:lnSpc>
            </a:pPr>
            <a:r>
              <a:rPr sz="1800">
                <a:solidFill>
                  <a:srgbClr val="D4D4D4"/>
                </a:solidFill>
                <a:latin typeface="Consolas"/>
              </a:rPr>
              <a:t>{</a:t>
            </a:r>
          </a:p>
          <a:p>
            <a:pPr>
              <a:lnSpc>
                <a:spcPct val="110000"/>
              </a:lnSpc>
            </a:pPr>
            <a:r>
              <a:rPr sz="1800">
                <a:solidFill>
                  <a:srgbClr val="D4D4D4"/>
                </a:solidFill>
                <a:latin typeface="Consolas"/>
              </a:rPr>
              <a:t>    </a:t>
            </a:r>
            <a:r>
              <a:rPr sz="1800">
                <a:solidFill>
                  <a:srgbClr val="CE9178"/>
                </a:solidFill>
                <a:latin typeface="Consolas"/>
              </a:rPr>
              <a:t>"</a:t>
            </a:r>
            <a:r>
              <a:rPr sz="1800">
                <a:solidFill>
                  <a:srgbClr val="CE9178"/>
                </a:solidFill>
                <a:latin typeface="Consolas"/>
              </a:rPr>
              <a:t>count</a:t>
            </a:r>
            <a:r>
              <a:rPr sz="1800">
                <a:solidFill>
                  <a:srgbClr val="CE9178"/>
                </a:solidFill>
                <a:latin typeface="Consolas"/>
              </a:rPr>
              <a:t>"</a:t>
            </a:r>
            <a:r>
              <a:rPr sz="1800">
                <a:solidFill>
                  <a:srgbClr val="D4D4D4"/>
                </a:solidFill>
                <a:latin typeface="Consolas"/>
              </a:rPr>
              <a:t>:</a:t>
            </a:r>
            <a:r>
              <a:rPr sz="1800">
                <a:solidFill>
                  <a:srgbClr val="D4D4D4"/>
                </a:solidFill>
                <a:latin typeface="Consolas"/>
              </a:rPr>
              <a:t> </a:t>
            </a:r>
            <a:r>
              <a:rPr sz="1800">
                <a:solidFill>
                  <a:srgbClr val="B5CEA8"/>
                </a:solidFill>
                <a:latin typeface="Consolas"/>
              </a:rPr>
              <a:t>42</a:t>
            </a:r>
            <a:r>
              <a:rPr sz="1800">
                <a:solidFill>
                  <a:srgbClr val="D4D4D4"/>
                </a:solidFill>
                <a:latin typeface="Consolas"/>
              </a:rPr>
              <a:t>,</a:t>
            </a:r>
            <a:r>
              <a:rPr sz="1800">
                <a:solidFill>
                  <a:srgbClr val="D4D4D4"/>
                </a:solidFill>
                <a:latin typeface="Consolas"/>
              </a:rPr>
              <a:t>           </a:t>
            </a:r>
            <a:r>
              <a:rPr sz="1800">
                <a:solidFill>
                  <a:srgbClr val="6A9955"/>
                </a:solidFill>
                <a:latin typeface="Consolas"/>
              </a:rPr>
              <a:t># how many items exist in total</a:t>
            </a:r>
          </a:p>
          <a:p>
            <a:pPr>
              <a:lnSpc>
                <a:spcPct val="110000"/>
              </a:lnSpc>
            </a:pPr>
            <a:r>
              <a:rPr sz="1800">
                <a:solidFill>
                  <a:srgbClr val="D4D4D4"/>
                </a:solidFill>
                <a:latin typeface="Consolas"/>
              </a:rPr>
              <a:t>    </a:t>
            </a:r>
            <a:r>
              <a:rPr sz="1800">
                <a:solidFill>
                  <a:srgbClr val="CE9178"/>
                </a:solidFill>
                <a:latin typeface="Consolas"/>
              </a:rPr>
              <a:t>"</a:t>
            </a:r>
            <a:r>
              <a:rPr sz="1800">
                <a:solidFill>
                  <a:srgbClr val="CE9178"/>
                </a:solidFill>
                <a:latin typeface="Consolas"/>
              </a:rPr>
              <a:t>page</a:t>
            </a:r>
            <a:r>
              <a:rPr sz="1800">
                <a:solidFill>
                  <a:srgbClr val="CE9178"/>
                </a:solidFill>
                <a:latin typeface="Consolas"/>
              </a:rPr>
              <a:t>"</a:t>
            </a:r>
            <a:r>
              <a:rPr sz="1800">
                <a:solidFill>
                  <a:srgbClr val="D4D4D4"/>
                </a:solidFill>
                <a:latin typeface="Consolas"/>
              </a:rPr>
              <a:t>:</a:t>
            </a:r>
            <a:r>
              <a:rPr sz="1800">
                <a:solidFill>
                  <a:srgbClr val="D4D4D4"/>
                </a:solidFill>
                <a:latin typeface="Consolas"/>
              </a:rPr>
              <a:t> </a:t>
            </a:r>
            <a:r>
              <a:rPr sz="1800">
                <a:solidFill>
                  <a:srgbClr val="B5CEA8"/>
                </a:solidFill>
                <a:latin typeface="Consolas"/>
              </a:rPr>
              <a:t>1</a:t>
            </a:r>
            <a:r>
              <a:rPr sz="1800">
                <a:solidFill>
                  <a:srgbClr val="D4D4D4"/>
                </a:solidFill>
                <a:latin typeface="Consolas"/>
              </a:rPr>
              <a:t>,</a:t>
            </a:r>
            <a:r>
              <a:rPr sz="1800">
                <a:solidFill>
                  <a:srgbClr val="D4D4D4"/>
                </a:solidFill>
                <a:latin typeface="Consolas"/>
              </a:rPr>
              <a:t>             </a:t>
            </a:r>
            <a:r>
              <a:rPr sz="1800">
                <a:solidFill>
                  <a:srgbClr val="6A9955"/>
                </a:solidFill>
                <a:latin typeface="Consolas"/>
              </a:rPr>
              <a:t># which page this is (a number, not "1")</a:t>
            </a:r>
          </a:p>
          <a:p>
            <a:pPr>
              <a:lnSpc>
                <a:spcPct val="110000"/>
              </a:lnSpc>
            </a:pPr>
            <a:r>
              <a:rPr sz="1800">
                <a:solidFill>
                  <a:srgbClr val="D4D4D4"/>
                </a:solidFill>
                <a:latin typeface="Consolas"/>
              </a:rPr>
              <a:t>    </a:t>
            </a:r>
            <a:r>
              <a:rPr sz="1800">
                <a:solidFill>
                  <a:srgbClr val="CE9178"/>
                </a:solidFill>
                <a:latin typeface="Consolas"/>
              </a:rPr>
              <a:t>"</a:t>
            </a:r>
            <a:r>
              <a:rPr sz="1800">
                <a:solidFill>
                  <a:srgbClr val="CE9178"/>
                </a:solidFill>
                <a:latin typeface="Consolas"/>
              </a:rPr>
              <a:t>total_pages</a:t>
            </a:r>
            <a:r>
              <a:rPr sz="1800">
                <a:solidFill>
                  <a:srgbClr val="CE9178"/>
                </a:solidFill>
                <a:latin typeface="Consolas"/>
              </a:rPr>
              <a:t>"</a:t>
            </a:r>
            <a:r>
              <a:rPr sz="1800">
                <a:solidFill>
                  <a:srgbClr val="D4D4D4"/>
                </a:solidFill>
                <a:latin typeface="Consolas"/>
              </a:rPr>
              <a:t>:</a:t>
            </a:r>
            <a:r>
              <a:rPr sz="1800">
                <a:solidFill>
                  <a:srgbClr val="D4D4D4"/>
                </a:solidFill>
                <a:latin typeface="Consolas"/>
              </a:rPr>
              <a:t> </a:t>
            </a:r>
            <a:r>
              <a:rPr sz="1800">
                <a:solidFill>
                  <a:srgbClr val="B5CEA8"/>
                </a:solidFill>
                <a:latin typeface="Consolas"/>
              </a:rPr>
              <a:t>5</a:t>
            </a:r>
            <a:r>
              <a:rPr sz="1800">
                <a:solidFill>
                  <a:srgbClr val="D4D4D4"/>
                </a:solidFill>
                <a:latin typeface="Consolas"/>
              </a:rPr>
              <a:t>,</a:t>
            </a:r>
            <a:r>
              <a:rPr sz="1800">
                <a:solidFill>
                  <a:srgbClr val="D4D4D4"/>
                </a:solidFill>
                <a:latin typeface="Consolas"/>
              </a:rPr>
              <a:t>      </a:t>
            </a:r>
            <a:r>
              <a:rPr sz="1800">
                <a:solidFill>
                  <a:srgbClr val="6A9955"/>
                </a:solidFill>
                <a:latin typeface="Consolas"/>
              </a:rPr>
              <a:t># 42 items at 10 per page -&gt; 5 pages</a:t>
            </a:r>
          </a:p>
          <a:p>
            <a:pPr>
              <a:lnSpc>
                <a:spcPct val="110000"/>
              </a:lnSpc>
            </a:pPr>
            <a:r>
              <a:rPr sz="1800">
                <a:solidFill>
                  <a:srgbClr val="D4D4D4"/>
                </a:solidFill>
                <a:latin typeface="Consolas"/>
              </a:rPr>
              <a:t>    </a:t>
            </a:r>
            <a:r>
              <a:rPr sz="1800">
                <a:solidFill>
                  <a:srgbClr val="CE9178"/>
                </a:solidFill>
                <a:latin typeface="Consolas"/>
              </a:rPr>
              <a:t>"</a:t>
            </a:r>
            <a:r>
              <a:rPr sz="1800">
                <a:solidFill>
                  <a:srgbClr val="CE9178"/>
                </a:solidFill>
                <a:latin typeface="Consolas"/>
              </a:rPr>
              <a:t>next_page</a:t>
            </a:r>
            <a:r>
              <a:rPr sz="1800">
                <a:solidFill>
                  <a:srgbClr val="CE9178"/>
                </a:solidFill>
                <a:latin typeface="Consolas"/>
              </a:rPr>
              <a:t>"</a:t>
            </a:r>
            <a:r>
              <a:rPr sz="1800">
                <a:solidFill>
                  <a:srgbClr val="D4D4D4"/>
                </a:solidFill>
                <a:latin typeface="Consolas"/>
              </a:rPr>
              <a:t>:</a:t>
            </a:r>
            <a:r>
              <a:rPr sz="1800">
                <a:solidFill>
                  <a:srgbClr val="D4D4D4"/>
                </a:solidFill>
                <a:latin typeface="Consolas"/>
              </a:rPr>
              <a:t> </a:t>
            </a:r>
            <a:r>
              <a:rPr sz="1800">
                <a:solidFill>
                  <a:srgbClr val="B5CEA8"/>
                </a:solidFill>
                <a:latin typeface="Consolas"/>
              </a:rPr>
              <a:t>2</a:t>
            </a:r>
            <a:r>
              <a:rPr sz="1800">
                <a:solidFill>
                  <a:srgbClr val="D4D4D4"/>
                </a:solidFill>
                <a:latin typeface="Consolas"/>
              </a:rPr>
              <a:t>,</a:t>
            </a:r>
            <a:r>
              <a:rPr sz="1800">
                <a:solidFill>
                  <a:srgbClr val="D4D4D4"/>
                </a:solidFill>
                <a:latin typeface="Consolas"/>
              </a:rPr>
              <a:t>        </a:t>
            </a:r>
            <a:r>
              <a:rPr sz="1800">
                <a:solidFill>
                  <a:srgbClr val="6A9955"/>
                </a:solidFill>
                <a:latin typeface="Consolas"/>
              </a:rPr>
              <a:t># None on the last page</a:t>
            </a:r>
          </a:p>
          <a:p>
            <a:pPr>
              <a:lnSpc>
                <a:spcPct val="110000"/>
              </a:lnSpc>
            </a:pPr>
            <a:r>
              <a:rPr sz="1800">
                <a:solidFill>
                  <a:srgbClr val="D4D4D4"/>
                </a:solidFill>
                <a:latin typeface="Consolas"/>
              </a:rPr>
              <a:t>    </a:t>
            </a:r>
            <a:r>
              <a:rPr sz="1800">
                <a:solidFill>
                  <a:srgbClr val="CE9178"/>
                </a:solidFill>
                <a:latin typeface="Consolas"/>
              </a:rPr>
              <a:t>"</a:t>
            </a:r>
            <a:r>
              <a:rPr sz="1800">
                <a:solidFill>
                  <a:srgbClr val="CE9178"/>
                </a:solidFill>
                <a:latin typeface="Consolas"/>
              </a:rPr>
              <a:t>previous_page</a:t>
            </a:r>
            <a:r>
              <a:rPr sz="1800">
                <a:solidFill>
                  <a:srgbClr val="CE9178"/>
                </a:solidFill>
                <a:latin typeface="Consolas"/>
              </a:rPr>
              <a:t>"</a:t>
            </a:r>
            <a:r>
              <a:rPr sz="1800">
                <a:solidFill>
                  <a:srgbClr val="D4D4D4"/>
                </a:solidFill>
                <a:latin typeface="Consolas"/>
              </a:rPr>
              <a:t>:</a:t>
            </a:r>
            <a:r>
              <a:rPr sz="1800">
                <a:solidFill>
                  <a:srgbClr val="D4D4D4"/>
                </a:solidFill>
                <a:latin typeface="Consolas"/>
              </a:rPr>
              <a:t> </a:t>
            </a:r>
            <a:r>
              <a:rPr sz="1800">
                <a:solidFill>
                  <a:srgbClr val="C586C0"/>
                </a:solidFill>
                <a:latin typeface="Consolas"/>
              </a:rPr>
              <a:t>None</a:t>
            </a:r>
            <a:r>
              <a:rPr sz="1800">
                <a:solidFill>
                  <a:srgbClr val="D4D4D4"/>
                </a:solidFill>
                <a:latin typeface="Consolas"/>
              </a:rPr>
              <a:t>,</a:t>
            </a:r>
            <a:r>
              <a:rPr sz="1800">
                <a:solidFill>
                  <a:srgbClr val="D4D4D4"/>
                </a:solidFill>
                <a:latin typeface="Consolas"/>
              </a:rPr>
              <a:t> </a:t>
            </a:r>
            <a:r>
              <a:rPr sz="1800">
                <a:solidFill>
                  <a:srgbClr val="6A9955"/>
                </a:solidFill>
                <a:latin typeface="Consolas"/>
              </a:rPr>
              <a:t># None on page 1</a:t>
            </a:r>
          </a:p>
          <a:p>
            <a:pPr>
              <a:lnSpc>
                <a:spcPct val="110000"/>
              </a:lnSpc>
            </a:pPr>
            <a:r>
              <a:rPr sz="1800">
                <a:solidFill>
                  <a:srgbClr val="D4D4D4"/>
                </a:solidFill>
                <a:latin typeface="Consolas"/>
              </a:rPr>
              <a:t>    </a:t>
            </a:r>
            <a:r>
              <a:rPr sz="1800">
                <a:solidFill>
                  <a:srgbClr val="CE9178"/>
                </a:solidFill>
                <a:latin typeface="Consolas"/>
              </a:rPr>
              <a:t>"</a:t>
            </a:r>
            <a:r>
              <a:rPr sz="1800">
                <a:solidFill>
                  <a:srgbClr val="CE9178"/>
                </a:solidFill>
                <a:latin typeface="Consolas"/>
              </a:rPr>
              <a:t>results</a:t>
            </a:r>
            <a:r>
              <a:rPr sz="1800">
                <a:solidFill>
                  <a:srgbClr val="CE9178"/>
                </a:solidFill>
                <a:latin typeface="Consolas"/>
              </a:rPr>
              <a:t>"</a:t>
            </a:r>
            <a:r>
              <a:rPr sz="1800">
                <a:solidFill>
                  <a:srgbClr val="D4D4D4"/>
                </a:solidFill>
                <a:latin typeface="Consolas"/>
              </a:rPr>
              <a:t>:</a:t>
            </a:r>
            <a:r>
              <a:rPr sz="1800">
                <a:solidFill>
                  <a:srgbClr val="D4D4D4"/>
                </a:solidFill>
                <a:latin typeface="Consolas"/>
              </a:rPr>
              <a:t> </a:t>
            </a:r>
            <a:r>
              <a:rPr sz="1800">
                <a:solidFill>
                  <a:srgbClr val="D4D4D4"/>
                </a:solidFill>
                <a:latin typeface="Consolas"/>
              </a:rPr>
              <a:t>[</a:t>
            </a:r>
            <a:r>
              <a:rPr sz="1800">
                <a:solidFill>
                  <a:srgbClr val="B5CEA8"/>
                </a:solidFill>
                <a:latin typeface="Consolas"/>
              </a:rPr>
              <a:t>1</a:t>
            </a:r>
            <a:r>
              <a:rPr sz="1800">
                <a:solidFill>
                  <a:srgbClr val="D4D4D4"/>
                </a:solidFill>
                <a:latin typeface="Consolas"/>
              </a:rPr>
              <a:t>,</a:t>
            </a:r>
            <a:r>
              <a:rPr sz="1800">
                <a:solidFill>
                  <a:srgbClr val="D4D4D4"/>
                </a:solidFill>
                <a:latin typeface="Consolas"/>
              </a:rPr>
              <a:t> </a:t>
            </a:r>
            <a:r>
              <a:rPr sz="1800">
                <a:solidFill>
                  <a:srgbClr val="B5CEA8"/>
                </a:solidFill>
                <a:latin typeface="Consolas"/>
              </a:rPr>
              <a:t>2</a:t>
            </a:r>
            <a:r>
              <a:rPr sz="1800">
                <a:solidFill>
                  <a:srgbClr val="D4D4D4"/>
                </a:solidFill>
                <a:latin typeface="Consolas"/>
              </a:rPr>
              <a:t>,</a:t>
            </a:r>
            <a:r>
              <a:rPr sz="1800">
                <a:solidFill>
                  <a:srgbClr val="D4D4D4"/>
                </a:solidFill>
                <a:latin typeface="Consolas"/>
              </a:rPr>
              <a:t> </a:t>
            </a:r>
            <a:r>
              <a:rPr sz="1800">
                <a:solidFill>
                  <a:srgbClr val="B5CEA8"/>
                </a:solidFill>
                <a:latin typeface="Consolas"/>
              </a:rPr>
              <a:t>3</a:t>
            </a:r>
            <a:r>
              <a:rPr sz="1800">
                <a:solidFill>
                  <a:srgbClr val="D4D4D4"/>
                </a:solidFill>
                <a:latin typeface="Consolas"/>
              </a:rPr>
              <a:t>,</a:t>
            </a:r>
            <a:r>
              <a:rPr sz="1800">
                <a:solidFill>
                  <a:srgbClr val="D4D4D4"/>
                </a:solidFill>
                <a:latin typeface="Consolas"/>
              </a:rPr>
              <a:t> </a:t>
            </a:r>
            <a:r>
              <a:rPr sz="1800">
                <a:solidFill>
                  <a:srgbClr val="B5CEA8"/>
                </a:solidFill>
                <a:latin typeface="Consolas"/>
              </a:rPr>
              <a:t>4</a:t>
            </a:r>
            <a:r>
              <a:rPr sz="1800">
                <a:solidFill>
                  <a:srgbClr val="D4D4D4"/>
                </a:solidFill>
                <a:latin typeface="Consolas"/>
              </a:rPr>
              <a:t>,</a:t>
            </a:r>
            <a:r>
              <a:rPr sz="1800">
                <a:solidFill>
                  <a:srgbClr val="D4D4D4"/>
                </a:solidFill>
                <a:latin typeface="Consolas"/>
              </a:rPr>
              <a:t> </a:t>
            </a:r>
            <a:r>
              <a:rPr sz="1800">
                <a:solidFill>
                  <a:srgbClr val="B5CEA8"/>
                </a:solidFill>
                <a:latin typeface="Consolas"/>
              </a:rPr>
              <a:t>5</a:t>
            </a:r>
            <a:r>
              <a:rPr sz="1800">
                <a:solidFill>
                  <a:srgbClr val="D4D4D4"/>
                </a:solidFill>
                <a:latin typeface="Consolas"/>
              </a:rPr>
              <a:t>,</a:t>
            </a:r>
            <a:r>
              <a:rPr sz="1800">
                <a:solidFill>
                  <a:srgbClr val="D4D4D4"/>
                </a:solidFill>
                <a:latin typeface="Consolas"/>
              </a:rPr>
              <a:t> </a:t>
            </a:r>
            <a:r>
              <a:rPr sz="1800">
                <a:solidFill>
                  <a:srgbClr val="B5CEA8"/>
                </a:solidFill>
                <a:latin typeface="Consolas"/>
              </a:rPr>
              <a:t>6</a:t>
            </a:r>
            <a:r>
              <a:rPr sz="1800">
                <a:solidFill>
                  <a:srgbClr val="D4D4D4"/>
                </a:solidFill>
                <a:latin typeface="Consolas"/>
              </a:rPr>
              <a:t>,</a:t>
            </a:r>
            <a:r>
              <a:rPr sz="1800">
                <a:solidFill>
                  <a:srgbClr val="D4D4D4"/>
                </a:solidFill>
                <a:latin typeface="Consolas"/>
              </a:rPr>
              <a:t> </a:t>
            </a:r>
            <a:r>
              <a:rPr sz="1800">
                <a:solidFill>
                  <a:srgbClr val="B5CEA8"/>
                </a:solidFill>
                <a:latin typeface="Consolas"/>
              </a:rPr>
              <a:t>7</a:t>
            </a:r>
            <a:r>
              <a:rPr sz="1800">
                <a:solidFill>
                  <a:srgbClr val="D4D4D4"/>
                </a:solidFill>
                <a:latin typeface="Consolas"/>
              </a:rPr>
              <a:t>,</a:t>
            </a:r>
            <a:r>
              <a:rPr sz="1800">
                <a:solidFill>
                  <a:srgbClr val="D4D4D4"/>
                </a:solidFill>
                <a:latin typeface="Consolas"/>
              </a:rPr>
              <a:t> </a:t>
            </a:r>
            <a:r>
              <a:rPr sz="1800">
                <a:solidFill>
                  <a:srgbClr val="B5CEA8"/>
                </a:solidFill>
                <a:latin typeface="Consolas"/>
              </a:rPr>
              <a:t>8</a:t>
            </a:r>
            <a:r>
              <a:rPr sz="1800">
                <a:solidFill>
                  <a:srgbClr val="D4D4D4"/>
                </a:solidFill>
                <a:latin typeface="Consolas"/>
              </a:rPr>
              <a:t>,</a:t>
            </a:r>
            <a:r>
              <a:rPr sz="1800">
                <a:solidFill>
                  <a:srgbClr val="D4D4D4"/>
                </a:solidFill>
                <a:latin typeface="Consolas"/>
              </a:rPr>
              <a:t> </a:t>
            </a:r>
            <a:r>
              <a:rPr sz="1800">
                <a:solidFill>
                  <a:srgbClr val="B5CEA8"/>
                </a:solidFill>
                <a:latin typeface="Consolas"/>
              </a:rPr>
              <a:t>9</a:t>
            </a:r>
            <a:r>
              <a:rPr sz="1800">
                <a:solidFill>
                  <a:srgbClr val="D4D4D4"/>
                </a:solidFill>
                <a:latin typeface="Consolas"/>
              </a:rPr>
              <a:t>,</a:t>
            </a:r>
            <a:r>
              <a:rPr sz="1800">
                <a:solidFill>
                  <a:srgbClr val="D4D4D4"/>
                </a:solidFill>
                <a:latin typeface="Consolas"/>
              </a:rPr>
              <a:t> </a:t>
            </a:r>
            <a:r>
              <a:rPr sz="1800">
                <a:solidFill>
                  <a:srgbClr val="B5CEA8"/>
                </a:solidFill>
                <a:latin typeface="Consolas"/>
              </a:rPr>
              <a:t>10</a:t>
            </a:r>
            <a:r>
              <a:rPr sz="1800">
                <a:solidFill>
                  <a:srgbClr val="D4D4D4"/>
                </a:solidFill>
                <a:latin typeface="Consolas"/>
              </a:rPr>
              <a:t>]</a:t>
            </a:r>
            <a:r>
              <a:rPr sz="1800">
                <a:solidFill>
                  <a:srgbClr val="D4D4D4"/>
                </a:solidFill>
                <a:latin typeface="Consolas"/>
              </a:rPr>
              <a:t>,</a:t>
            </a:r>
          </a:p>
          <a:p>
            <a:pPr>
              <a:lnSpc>
                <a:spcPct val="110000"/>
              </a:lnSpc>
            </a:pPr>
            <a:r>
              <a:rPr sz="1800">
                <a:solidFill>
                  <a:srgbClr val="D4D4D4"/>
                </a:solidFill>
                <a:latin typeface="Consolas"/>
              </a:rPr>
              <a:t>}</a:t>
            </a:r>
          </a:p>
          <a:p>
            <a:pPr>
              <a:lnSpc>
                <a:spcPct val="110000"/>
              </a:lnSpc>
            </a:p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8A4F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0"/>
            <a:ext cx="1091153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1100" b="0">
                <a:solidFill>
                  <a:srgbClr val="5D6778"/>
                </a:solidFill>
                <a:latin typeface="Segoe UI"/>
              </a:rPr>
              <a:t>Backend Lab  ·  Exercise 10  ·  Paginate a list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37215" y="640080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600"/>
              </a:spcAft>
            </a:pPr>
            <a:r>
              <a:rPr sz="1100" b="0">
                <a:solidFill>
                  <a:srgbClr val="5D6778"/>
                </a:solidFill>
                <a:latin typeface="Segoe UI"/>
              </a:rPr>
              <a:t>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411480"/>
            <a:ext cx="10911535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3200" b="1">
                <a:solidFill>
                  <a:srgbClr val="1C2330"/>
                </a:solidFill>
                <a:latin typeface="Segoe UI"/>
              </a:rPr>
              <a:t>New words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508760"/>
            <a:ext cx="3017520" cy="762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2200" b="1">
                <a:solidFill>
                  <a:srgbClr val="8A4FE0"/>
                </a:solidFill>
                <a:latin typeface="Segoe UI"/>
              </a:rPr>
              <a:t>pagination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40480" y="1508760"/>
            <a:ext cx="7711135" cy="762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1900" b="0">
                <a:solidFill>
                  <a:srgbClr val="1C2330"/>
                </a:solidFill>
                <a:latin typeface="Segoe UI"/>
              </a:rPr>
              <a:t>Splitting a long list into pages and returning one at a time.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270760"/>
            <a:ext cx="3017520" cy="762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2200" b="1">
                <a:solidFill>
                  <a:srgbClr val="8A4FE0"/>
                </a:solidFill>
                <a:latin typeface="Segoe UI"/>
              </a:rPr>
              <a:t>page / page size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40480" y="2270760"/>
            <a:ext cx="7711135" cy="762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1900" b="0">
                <a:solidFill>
                  <a:srgbClr val="1C2330"/>
                </a:solidFill>
                <a:latin typeface="Segoe UI"/>
              </a:rPr>
              <a:t>Which chunk (page 1 is first) / how many items per chunk.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640080" y="2270760"/>
            <a:ext cx="10911535" cy="0"/>
          </a:xfrm>
          <a:prstGeom prst="line">
            <a:avLst/>
          </a:prstGeom>
          <a:ln>
            <a:solidFill>
              <a:srgbClr val="DDE1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640080" y="3032760"/>
            <a:ext cx="3017520" cy="762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2200" b="1">
                <a:solidFill>
                  <a:srgbClr val="8A4FE0"/>
                </a:solidFill>
                <a:latin typeface="Segoe UI"/>
              </a:rPr>
              <a:t>metadata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840480" y="3032760"/>
            <a:ext cx="7711135" cy="762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1900" b="0">
                <a:solidFill>
                  <a:srgbClr val="1C2330"/>
                </a:solidFill>
                <a:latin typeface="Segoe UI"/>
              </a:rPr>
              <a:t>Facts about the data, like </a:t>
            </a:r>
            <a:r>
              <a:rPr sz="1900" b="0">
                <a:solidFill>
                  <a:srgbClr val="6A3FC0"/>
                </a:solidFill>
                <a:latin typeface="Consolas"/>
              </a:rPr>
              <a:t>count</a:t>
            </a:r>
            <a:r>
              <a:rPr sz="1900" b="0">
                <a:solidFill>
                  <a:srgbClr val="1C2330"/>
                </a:solidFill>
                <a:latin typeface="Segoe UI"/>
              </a:rPr>
              <a:t> and </a:t>
            </a:r>
            <a:r>
              <a:rPr sz="1900" b="0">
                <a:solidFill>
                  <a:srgbClr val="6A3FC0"/>
                </a:solidFill>
                <a:latin typeface="Consolas"/>
              </a:rPr>
              <a:t>total_pages</a:t>
            </a:r>
            <a:r>
              <a:rPr sz="1900" b="0">
                <a:solidFill>
                  <a:srgbClr val="1C2330"/>
                </a:solidFill>
                <a:latin typeface="Segoe UI"/>
              </a:rPr>
              <a:t>.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640080" y="3032760"/>
            <a:ext cx="10911535" cy="0"/>
          </a:xfrm>
          <a:prstGeom prst="line">
            <a:avLst/>
          </a:prstGeom>
          <a:ln>
            <a:solidFill>
              <a:srgbClr val="DDE1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640080" y="3794760"/>
            <a:ext cx="3017520" cy="762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2200" b="1">
                <a:solidFill>
                  <a:srgbClr val="8A4FE0"/>
                </a:solidFill>
                <a:latin typeface="Segoe UI"/>
              </a:rPr>
              <a:t>clamp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840480" y="3794760"/>
            <a:ext cx="7711135" cy="762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1900" b="0">
                <a:solidFill>
                  <a:srgbClr val="1C2330"/>
                </a:solidFill>
                <a:latin typeface="Segoe UI"/>
              </a:rPr>
              <a:t>Push a number back inside a limit: too big, use the limit.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640080" y="3794760"/>
            <a:ext cx="10911535" cy="0"/>
          </a:xfrm>
          <a:prstGeom prst="line">
            <a:avLst/>
          </a:prstGeom>
          <a:ln>
            <a:solidFill>
              <a:srgbClr val="DDE1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640080" y="4556760"/>
            <a:ext cx="3017520" cy="762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2200" b="1">
                <a:solidFill>
                  <a:srgbClr val="8A4FE0"/>
                </a:solidFill>
                <a:latin typeface="Segoe UI"/>
              </a:rPr>
              <a:t>exception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840480" y="4556760"/>
            <a:ext cx="7711135" cy="762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1900" b="0">
                <a:solidFill>
                  <a:srgbClr val="1C2330"/>
                </a:solidFill>
                <a:latin typeface="Segoe UI"/>
              </a:rPr>
              <a:t>An error that stops the code, like </a:t>
            </a:r>
            <a:r>
              <a:rPr sz="1900" b="0">
                <a:solidFill>
                  <a:srgbClr val="6A3FC0"/>
                </a:solidFill>
                <a:latin typeface="Consolas"/>
              </a:rPr>
              <a:t>ValueError</a:t>
            </a:r>
            <a:r>
              <a:rPr sz="1900" b="0">
                <a:solidFill>
                  <a:srgbClr val="1C2330"/>
                </a:solidFill>
                <a:latin typeface="Segoe UI"/>
              </a:rPr>
              <a:t>.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640080" y="4556760"/>
            <a:ext cx="10911535" cy="0"/>
          </a:xfrm>
          <a:prstGeom prst="line">
            <a:avLst/>
          </a:prstGeom>
          <a:ln>
            <a:solidFill>
              <a:srgbClr val="DDE1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640080" y="5318760"/>
            <a:ext cx="3017520" cy="762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2200" b="1">
                <a:solidFill>
                  <a:srgbClr val="8A4FE0"/>
                </a:solidFill>
                <a:latin typeface="Segoe UI"/>
              </a:rPr>
              <a:t>raise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840480" y="5318760"/>
            <a:ext cx="7711135" cy="762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1900" b="0">
                <a:solidFill>
                  <a:srgbClr val="1C2330"/>
                </a:solidFill>
                <a:latin typeface="Segoe UI"/>
              </a:rPr>
              <a:t>Make an exception happen on purpose: "this input is wrong".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640080" y="5318760"/>
            <a:ext cx="10911535" cy="0"/>
          </a:xfrm>
          <a:prstGeom prst="line">
            <a:avLst/>
          </a:prstGeom>
          <a:ln>
            <a:solidFill>
              <a:srgbClr val="DDE1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8A4F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0"/>
            <a:ext cx="1091153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1100" b="0">
                <a:solidFill>
                  <a:srgbClr val="5D6778"/>
                </a:solidFill>
                <a:latin typeface="Segoe UI"/>
              </a:rPr>
              <a:t>Backend Lab  ·  Exercise 10  ·  Paginate a list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37215" y="640080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600"/>
              </a:spcAft>
            </a:pPr>
            <a:r>
              <a:rPr sz="1100" b="0">
                <a:solidFill>
                  <a:srgbClr val="5D6778"/>
                </a:solidFill>
                <a:latin typeface="Segoe UI"/>
              </a:rPr>
              <a:t>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411480"/>
            <a:ext cx="10911535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3200" b="1">
                <a:solidFill>
                  <a:srgbClr val="1C2330"/>
                </a:solidFill>
                <a:latin typeface="Segoe UI"/>
              </a:rPr>
              <a:t>Tools: int, try / except, raise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463040"/>
            <a:ext cx="10911535" cy="3438144"/>
          </a:xfrm>
          <a:prstGeom prst="roundRect">
            <a:avLst>
              <a:gd name="adj" fmla="val 6000"/>
            </a:avLst>
          </a:prstGeom>
          <a:solidFill>
            <a:srgbClr val="1E1E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664208"/>
            <a:ext cx="10362895" cy="30723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10000"/>
              </a:lnSpc>
            </a:pPr>
            <a:r>
              <a:rPr sz="1600">
                <a:solidFill>
                  <a:srgbClr val="C586C0"/>
                </a:solidFill>
                <a:latin typeface="Consolas"/>
              </a:rPr>
              <a:t>def</a:t>
            </a:r>
            <a:r>
              <a:rPr sz="1600">
                <a:solidFill>
                  <a:srgbClr val="D4D4D4"/>
                </a:solidFill>
                <a:latin typeface="Consolas"/>
              </a:rPr>
              <a:t> </a:t>
            </a:r>
            <a:r>
              <a:rPr sz="1600">
                <a:solidFill>
                  <a:srgbClr val="DCDCAA"/>
                </a:solidFill>
                <a:latin typeface="Consolas"/>
              </a:rPr>
              <a:t>check_age</a:t>
            </a:r>
            <a:r>
              <a:rPr sz="1600">
                <a:solidFill>
                  <a:srgbClr val="D4D4D4"/>
                </a:solidFill>
                <a:latin typeface="Consolas"/>
              </a:rPr>
              <a:t>(</a:t>
            </a:r>
            <a:r>
              <a:rPr sz="1600">
                <a:solidFill>
                  <a:srgbClr val="9CDCFE"/>
                </a:solidFill>
                <a:latin typeface="Consolas"/>
              </a:rPr>
              <a:t>value</a:t>
            </a:r>
            <a:r>
              <a:rPr sz="1600">
                <a:solidFill>
                  <a:srgbClr val="D4D4D4"/>
                </a:solidFill>
                <a:latin typeface="Consolas"/>
              </a:rPr>
              <a:t>)</a:t>
            </a:r>
            <a:r>
              <a:rPr sz="1600">
                <a:solidFill>
                  <a:srgbClr val="D4D4D4"/>
                </a:solidFill>
                <a:latin typeface="Consolas"/>
              </a:rPr>
              <a:t>:</a:t>
            </a:r>
            <a:r>
              <a:rPr sz="1600">
                <a:solidFill>
                  <a:srgbClr val="D4D4D4"/>
                </a:solidFill>
                <a:latin typeface="Consolas"/>
              </a:rPr>
              <a:t>          </a:t>
            </a:r>
            <a:r>
              <a:rPr sz="1600">
                <a:solidFill>
                  <a:srgbClr val="6A9955"/>
                </a:solidFill>
                <a:latin typeface="Consolas"/>
              </a:rPr>
              <a:t># a number typed into a form</a:t>
            </a:r>
          </a:p>
          <a:p>
            <a:pPr>
              <a:lnSpc>
                <a:spcPct val="110000"/>
              </a:lnSpc>
            </a:pPr>
            <a:r>
              <a:rPr sz="1600">
                <a:solidFill>
                  <a:srgbClr val="D4D4D4"/>
                </a:solidFill>
                <a:latin typeface="Consolas"/>
              </a:rPr>
              <a:t>    </a:t>
            </a:r>
            <a:r>
              <a:rPr sz="1600">
                <a:solidFill>
                  <a:srgbClr val="C586C0"/>
                </a:solidFill>
                <a:latin typeface="Consolas"/>
              </a:rPr>
              <a:t>try</a:t>
            </a:r>
            <a:r>
              <a:rPr sz="1600">
                <a:solidFill>
                  <a:srgbClr val="D4D4D4"/>
                </a:solidFill>
                <a:latin typeface="Consolas"/>
              </a:rPr>
              <a:t>:</a:t>
            </a:r>
          </a:p>
          <a:p>
            <a:pPr>
              <a:lnSpc>
                <a:spcPct val="110000"/>
              </a:lnSpc>
            </a:pPr>
            <a:r>
              <a:rPr sz="1600">
                <a:solidFill>
                  <a:srgbClr val="D4D4D4"/>
                </a:solidFill>
                <a:latin typeface="Consolas"/>
              </a:rPr>
              <a:t>        </a:t>
            </a:r>
            <a:r>
              <a:rPr sz="1600">
                <a:solidFill>
                  <a:srgbClr val="9CDCFE"/>
                </a:solidFill>
                <a:latin typeface="Consolas"/>
              </a:rPr>
              <a:t>age</a:t>
            </a:r>
            <a:r>
              <a:rPr sz="1600">
                <a:solidFill>
                  <a:srgbClr val="D4D4D4"/>
                </a:solidFill>
                <a:latin typeface="Consolas"/>
              </a:rPr>
              <a:t> </a:t>
            </a:r>
            <a:r>
              <a:rPr sz="1600">
                <a:solidFill>
                  <a:srgbClr val="D4D4D4"/>
                </a:solidFill>
                <a:latin typeface="Consolas"/>
              </a:rPr>
              <a:t>=</a:t>
            </a:r>
            <a:r>
              <a:rPr sz="1600">
                <a:solidFill>
                  <a:srgbClr val="D4D4D4"/>
                </a:solidFill>
                <a:latin typeface="Consolas"/>
              </a:rPr>
              <a:t> </a:t>
            </a:r>
            <a:r>
              <a:rPr sz="1600">
                <a:solidFill>
                  <a:srgbClr val="4EC9B0"/>
                </a:solidFill>
                <a:latin typeface="Consolas"/>
              </a:rPr>
              <a:t>int</a:t>
            </a:r>
            <a:r>
              <a:rPr sz="1600">
                <a:solidFill>
                  <a:srgbClr val="D4D4D4"/>
                </a:solidFill>
                <a:latin typeface="Consolas"/>
              </a:rPr>
              <a:t>(</a:t>
            </a:r>
            <a:r>
              <a:rPr sz="1600">
                <a:solidFill>
                  <a:srgbClr val="9CDCFE"/>
                </a:solidFill>
                <a:latin typeface="Consolas"/>
              </a:rPr>
              <a:t>value</a:t>
            </a:r>
            <a:r>
              <a:rPr sz="1600">
                <a:solidFill>
                  <a:srgbClr val="D4D4D4"/>
                </a:solidFill>
                <a:latin typeface="Consolas"/>
              </a:rPr>
              <a:t>)</a:t>
            </a:r>
          </a:p>
          <a:p>
            <a:pPr>
              <a:lnSpc>
                <a:spcPct val="110000"/>
              </a:lnSpc>
            </a:pPr>
            <a:r>
              <a:rPr sz="1600">
                <a:solidFill>
                  <a:srgbClr val="D4D4D4"/>
                </a:solidFill>
                <a:latin typeface="Consolas"/>
              </a:rPr>
              <a:t>    </a:t>
            </a:r>
            <a:r>
              <a:rPr sz="1600">
                <a:solidFill>
                  <a:srgbClr val="C586C0"/>
                </a:solidFill>
                <a:latin typeface="Consolas"/>
              </a:rPr>
              <a:t>except</a:t>
            </a:r>
            <a:r>
              <a:rPr sz="1600">
                <a:solidFill>
                  <a:srgbClr val="D4D4D4"/>
                </a:solidFill>
                <a:latin typeface="Consolas"/>
              </a:rPr>
              <a:t> </a:t>
            </a:r>
            <a:r>
              <a:rPr sz="1600">
                <a:solidFill>
                  <a:srgbClr val="D4D4D4"/>
                </a:solidFill>
                <a:latin typeface="Consolas"/>
              </a:rPr>
              <a:t>(</a:t>
            </a:r>
            <a:r>
              <a:rPr sz="1600">
                <a:solidFill>
                  <a:srgbClr val="9CDCFE"/>
                </a:solidFill>
                <a:latin typeface="Consolas"/>
              </a:rPr>
              <a:t>TypeError</a:t>
            </a:r>
            <a:r>
              <a:rPr sz="1600">
                <a:solidFill>
                  <a:srgbClr val="D4D4D4"/>
                </a:solidFill>
                <a:latin typeface="Consolas"/>
              </a:rPr>
              <a:t>,</a:t>
            </a:r>
            <a:r>
              <a:rPr sz="1600">
                <a:solidFill>
                  <a:srgbClr val="D4D4D4"/>
                </a:solidFill>
                <a:latin typeface="Consolas"/>
              </a:rPr>
              <a:t> </a:t>
            </a:r>
            <a:r>
              <a:rPr sz="1600">
                <a:solidFill>
                  <a:srgbClr val="9CDCFE"/>
                </a:solidFill>
                <a:latin typeface="Consolas"/>
              </a:rPr>
              <a:t>ValueError</a:t>
            </a:r>
            <a:r>
              <a:rPr sz="1600">
                <a:solidFill>
                  <a:srgbClr val="D4D4D4"/>
                </a:solidFill>
                <a:latin typeface="Consolas"/>
              </a:rPr>
              <a:t>)</a:t>
            </a:r>
            <a:r>
              <a:rPr sz="1600">
                <a:solidFill>
                  <a:srgbClr val="D4D4D4"/>
                </a:solidFill>
                <a:latin typeface="Consolas"/>
              </a:rPr>
              <a:t>:</a:t>
            </a:r>
          </a:p>
          <a:p>
            <a:pPr>
              <a:lnSpc>
                <a:spcPct val="110000"/>
              </a:lnSpc>
            </a:pPr>
            <a:r>
              <a:rPr sz="1600">
                <a:solidFill>
                  <a:srgbClr val="D4D4D4"/>
                </a:solidFill>
                <a:latin typeface="Consolas"/>
              </a:rPr>
              <a:t>        </a:t>
            </a:r>
            <a:r>
              <a:rPr sz="1600">
                <a:solidFill>
                  <a:srgbClr val="C586C0"/>
                </a:solidFill>
                <a:latin typeface="Consolas"/>
              </a:rPr>
              <a:t>raise</a:t>
            </a:r>
            <a:r>
              <a:rPr sz="1600">
                <a:solidFill>
                  <a:srgbClr val="D4D4D4"/>
                </a:solidFill>
                <a:latin typeface="Consolas"/>
              </a:rPr>
              <a:t> </a:t>
            </a:r>
            <a:r>
              <a:rPr sz="1600">
                <a:solidFill>
                  <a:srgbClr val="9CDCFE"/>
                </a:solidFill>
                <a:latin typeface="Consolas"/>
              </a:rPr>
              <a:t>ValueError</a:t>
            </a:r>
            <a:r>
              <a:rPr sz="1600">
                <a:solidFill>
                  <a:srgbClr val="D4D4D4"/>
                </a:solidFill>
                <a:latin typeface="Consolas"/>
              </a:rPr>
              <a:t>(</a:t>
            </a:r>
            <a:r>
              <a:rPr sz="1600">
                <a:solidFill>
                  <a:srgbClr val="CE9178"/>
                </a:solidFill>
                <a:latin typeface="Consolas"/>
              </a:rPr>
              <a:t>"</a:t>
            </a:r>
            <a:r>
              <a:rPr sz="1600">
                <a:solidFill>
                  <a:srgbClr val="CE9178"/>
                </a:solidFill>
                <a:latin typeface="Consolas"/>
              </a:rPr>
              <a:t>age must be a whole number</a:t>
            </a:r>
            <a:r>
              <a:rPr sz="1600">
                <a:solidFill>
                  <a:srgbClr val="CE9178"/>
                </a:solidFill>
                <a:latin typeface="Consolas"/>
              </a:rPr>
              <a:t>"</a:t>
            </a:r>
            <a:r>
              <a:rPr sz="1600">
                <a:solidFill>
                  <a:srgbClr val="D4D4D4"/>
                </a:solidFill>
                <a:latin typeface="Consolas"/>
              </a:rPr>
              <a:t>)</a:t>
            </a:r>
          </a:p>
          <a:p>
            <a:pPr>
              <a:lnSpc>
                <a:spcPct val="110000"/>
              </a:lnSpc>
            </a:pPr>
            <a:r>
              <a:rPr sz="1600">
                <a:solidFill>
                  <a:srgbClr val="D4D4D4"/>
                </a:solidFill>
                <a:latin typeface="Consolas"/>
              </a:rPr>
              <a:t>    </a:t>
            </a:r>
            <a:r>
              <a:rPr sz="1600">
                <a:solidFill>
                  <a:srgbClr val="C586C0"/>
                </a:solidFill>
                <a:latin typeface="Consolas"/>
              </a:rPr>
              <a:t>if</a:t>
            </a:r>
            <a:r>
              <a:rPr sz="1600">
                <a:solidFill>
                  <a:srgbClr val="D4D4D4"/>
                </a:solidFill>
                <a:latin typeface="Consolas"/>
              </a:rPr>
              <a:t> </a:t>
            </a:r>
            <a:r>
              <a:rPr sz="1600">
                <a:solidFill>
                  <a:srgbClr val="9CDCFE"/>
                </a:solidFill>
                <a:latin typeface="Consolas"/>
              </a:rPr>
              <a:t>age</a:t>
            </a:r>
            <a:r>
              <a:rPr sz="1600">
                <a:solidFill>
                  <a:srgbClr val="D4D4D4"/>
                </a:solidFill>
                <a:latin typeface="Consolas"/>
              </a:rPr>
              <a:t> </a:t>
            </a:r>
            <a:r>
              <a:rPr sz="1600">
                <a:solidFill>
                  <a:srgbClr val="D4D4D4"/>
                </a:solidFill>
                <a:latin typeface="Consolas"/>
              </a:rPr>
              <a:t>&lt;</a:t>
            </a:r>
            <a:r>
              <a:rPr sz="1600">
                <a:solidFill>
                  <a:srgbClr val="D4D4D4"/>
                </a:solidFill>
                <a:latin typeface="Consolas"/>
              </a:rPr>
              <a:t> </a:t>
            </a:r>
            <a:r>
              <a:rPr sz="1600">
                <a:solidFill>
                  <a:srgbClr val="B5CEA8"/>
                </a:solidFill>
                <a:latin typeface="Consolas"/>
              </a:rPr>
              <a:t>0</a:t>
            </a:r>
            <a:r>
              <a:rPr sz="1600">
                <a:solidFill>
                  <a:srgbClr val="D4D4D4"/>
                </a:solidFill>
                <a:latin typeface="Consolas"/>
              </a:rPr>
              <a:t>:</a:t>
            </a:r>
          </a:p>
          <a:p>
            <a:pPr>
              <a:lnSpc>
                <a:spcPct val="110000"/>
              </a:lnSpc>
            </a:pPr>
            <a:r>
              <a:rPr sz="1600">
                <a:solidFill>
                  <a:srgbClr val="D4D4D4"/>
                </a:solidFill>
                <a:latin typeface="Consolas"/>
              </a:rPr>
              <a:t>        </a:t>
            </a:r>
            <a:r>
              <a:rPr sz="1600">
                <a:solidFill>
                  <a:srgbClr val="C586C0"/>
                </a:solidFill>
                <a:latin typeface="Consolas"/>
              </a:rPr>
              <a:t>raise</a:t>
            </a:r>
            <a:r>
              <a:rPr sz="1600">
                <a:solidFill>
                  <a:srgbClr val="D4D4D4"/>
                </a:solidFill>
                <a:latin typeface="Consolas"/>
              </a:rPr>
              <a:t> </a:t>
            </a:r>
            <a:r>
              <a:rPr sz="1600">
                <a:solidFill>
                  <a:srgbClr val="9CDCFE"/>
                </a:solidFill>
                <a:latin typeface="Consolas"/>
              </a:rPr>
              <a:t>ValueError</a:t>
            </a:r>
            <a:r>
              <a:rPr sz="1600">
                <a:solidFill>
                  <a:srgbClr val="D4D4D4"/>
                </a:solidFill>
                <a:latin typeface="Consolas"/>
              </a:rPr>
              <a:t>(</a:t>
            </a:r>
            <a:r>
              <a:rPr sz="1600">
                <a:solidFill>
                  <a:srgbClr val="CE9178"/>
                </a:solidFill>
                <a:latin typeface="Consolas"/>
              </a:rPr>
              <a:t>"</a:t>
            </a:r>
            <a:r>
              <a:rPr sz="1600">
                <a:solidFill>
                  <a:srgbClr val="CE9178"/>
                </a:solidFill>
                <a:latin typeface="Consolas"/>
              </a:rPr>
              <a:t>age cannot be negative</a:t>
            </a:r>
            <a:r>
              <a:rPr sz="1600">
                <a:solidFill>
                  <a:srgbClr val="CE9178"/>
                </a:solidFill>
                <a:latin typeface="Consolas"/>
              </a:rPr>
              <a:t>"</a:t>
            </a:r>
            <a:r>
              <a:rPr sz="1600">
                <a:solidFill>
                  <a:srgbClr val="D4D4D4"/>
                </a:solidFill>
                <a:latin typeface="Consolas"/>
              </a:rPr>
              <a:t>)</a:t>
            </a:r>
          </a:p>
          <a:p>
            <a:pPr>
              <a:lnSpc>
                <a:spcPct val="110000"/>
              </a:lnSpc>
            </a:pPr>
            <a:r>
              <a:rPr sz="1600">
                <a:solidFill>
                  <a:srgbClr val="D4D4D4"/>
                </a:solidFill>
                <a:latin typeface="Consolas"/>
              </a:rPr>
              <a:t>    </a:t>
            </a:r>
            <a:r>
              <a:rPr sz="1600">
                <a:solidFill>
                  <a:srgbClr val="C586C0"/>
                </a:solidFill>
                <a:latin typeface="Consolas"/>
              </a:rPr>
              <a:t>return</a:t>
            </a:r>
            <a:r>
              <a:rPr sz="1600">
                <a:solidFill>
                  <a:srgbClr val="D4D4D4"/>
                </a:solidFill>
                <a:latin typeface="Consolas"/>
              </a:rPr>
              <a:t> </a:t>
            </a:r>
            <a:r>
              <a:rPr sz="1600">
                <a:solidFill>
                  <a:srgbClr val="9CDCFE"/>
                </a:solidFill>
                <a:latin typeface="Consolas"/>
              </a:rPr>
              <a:t>age</a:t>
            </a:r>
          </a:p>
          <a:p>
            <a:pPr>
              <a:lnSpc>
                <a:spcPct val="110000"/>
              </a:lnSpc>
            </a:pPr>
            <a:r>
              <a:rPr sz="1600">
                <a:solidFill>
                  <a:srgbClr val="4EC9B0"/>
                </a:solidFill>
                <a:latin typeface="Consolas"/>
              </a:rPr>
              <a:t>print</a:t>
            </a:r>
            <a:r>
              <a:rPr sz="1600">
                <a:solidFill>
                  <a:srgbClr val="D4D4D4"/>
                </a:solidFill>
                <a:latin typeface="Consolas"/>
              </a:rPr>
              <a:t>(</a:t>
            </a:r>
            <a:r>
              <a:rPr sz="1600">
                <a:solidFill>
                  <a:srgbClr val="9CDCFE"/>
                </a:solidFill>
                <a:latin typeface="Consolas"/>
              </a:rPr>
              <a:t>check_age</a:t>
            </a:r>
            <a:r>
              <a:rPr sz="1600">
                <a:solidFill>
                  <a:srgbClr val="D4D4D4"/>
                </a:solidFill>
                <a:latin typeface="Consolas"/>
              </a:rPr>
              <a:t>(</a:t>
            </a:r>
            <a:r>
              <a:rPr sz="1600">
                <a:solidFill>
                  <a:srgbClr val="CE9178"/>
                </a:solidFill>
                <a:latin typeface="Consolas"/>
              </a:rPr>
              <a:t>"</a:t>
            </a:r>
            <a:r>
              <a:rPr sz="1600">
                <a:solidFill>
                  <a:srgbClr val="CE9178"/>
                </a:solidFill>
                <a:latin typeface="Consolas"/>
              </a:rPr>
              <a:t>30</a:t>
            </a:r>
            <a:r>
              <a:rPr sz="1600">
                <a:solidFill>
                  <a:srgbClr val="CE9178"/>
                </a:solidFill>
                <a:latin typeface="Consolas"/>
              </a:rPr>
              <a:t>"</a:t>
            </a:r>
            <a:r>
              <a:rPr sz="1600">
                <a:solidFill>
                  <a:srgbClr val="D4D4D4"/>
                </a:solidFill>
                <a:latin typeface="Consolas"/>
              </a:rPr>
              <a:t>)</a:t>
            </a:r>
            <a:r>
              <a:rPr sz="1600">
                <a:solidFill>
                  <a:srgbClr val="D4D4D4"/>
                </a:solidFill>
                <a:latin typeface="Consolas"/>
              </a:rPr>
              <a:t>)</a:t>
            </a:r>
          </a:p>
          <a:p>
            <a:pPr>
              <a:lnSpc>
                <a:spcPct val="110000"/>
              </a:lnSpc>
            </a:pPr>
            <a:r>
              <a:rPr sz="1600">
                <a:solidFill>
                  <a:srgbClr val="9CDCFE"/>
                </a:solidFill>
                <a:latin typeface="Consolas"/>
              </a:rPr>
              <a:t>check_age</a:t>
            </a:r>
            <a:r>
              <a:rPr sz="1600">
                <a:solidFill>
                  <a:srgbClr val="D4D4D4"/>
                </a:solidFill>
                <a:latin typeface="Consolas"/>
              </a:rPr>
              <a:t>(</a:t>
            </a:r>
            <a:r>
              <a:rPr sz="1600">
                <a:solidFill>
                  <a:srgbClr val="CE9178"/>
                </a:solidFill>
                <a:latin typeface="Consolas"/>
              </a:rPr>
              <a:t>"</a:t>
            </a:r>
            <a:r>
              <a:rPr sz="1600">
                <a:solidFill>
                  <a:srgbClr val="CE9178"/>
                </a:solidFill>
                <a:latin typeface="Consolas"/>
              </a:rPr>
              <a:t>old</a:t>
            </a:r>
            <a:r>
              <a:rPr sz="1600">
                <a:solidFill>
                  <a:srgbClr val="CE9178"/>
                </a:solidFill>
                <a:latin typeface="Consolas"/>
              </a:rPr>
              <a:t>"</a:t>
            </a:r>
            <a:r>
              <a:rPr sz="1600">
                <a:solidFill>
                  <a:srgbClr val="D4D4D4"/>
                </a:solidFill>
                <a:latin typeface="Consolas"/>
              </a:rPr>
              <a:t>)</a:t>
            </a:r>
          </a:p>
          <a:p>
            <a:pPr>
              <a:lnSpc>
                <a:spcPct val="110000"/>
              </a:lnSpc>
            </a:pPr>
          </a:p>
        </p:txBody>
      </p:sp>
      <p:sp>
        <p:nvSpPr>
          <p:cNvPr id="8" name="Rounded Rectangle 7"/>
          <p:cNvSpPr/>
          <p:nvPr/>
        </p:nvSpPr>
        <p:spPr>
          <a:xfrm>
            <a:off x="640080" y="5084064"/>
            <a:ext cx="10911535" cy="1088136"/>
          </a:xfrm>
          <a:prstGeom prst="roundRect">
            <a:avLst>
              <a:gd name="adj" fmla="val 6000"/>
            </a:avLst>
          </a:prstGeom>
          <a:solidFill>
            <a:srgbClr val="2A2D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5285232"/>
            <a:ext cx="10362895" cy="7223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400"/>
              </a:spcAft>
            </a:pPr>
            <a:r>
              <a:rPr sz="1100" b="1">
                <a:solidFill>
                  <a:srgbClr val="9AA4B5"/>
                </a:solidFill>
                <a:latin typeface="Segoe UI"/>
              </a:rPr>
              <a:t>OUTPUT</a:t>
            </a:r>
          </a:p>
          <a:p>
            <a:pPr>
              <a:lnSpc>
                <a:spcPct val="110000"/>
              </a:lnSpc>
            </a:pPr>
            <a:r>
              <a:rPr sz="1800">
                <a:solidFill>
                  <a:srgbClr val="D4D4D4"/>
                </a:solidFill>
                <a:latin typeface="Consolas"/>
              </a:rPr>
              <a:t>30</a:t>
            </a:r>
          </a:p>
          <a:p>
            <a:pPr>
              <a:lnSpc>
                <a:spcPct val="110000"/>
              </a:lnSpc>
            </a:pPr>
            <a:r>
              <a:rPr sz="1800">
                <a:solidFill>
                  <a:srgbClr val="D4D4D4"/>
                </a:solidFill>
                <a:latin typeface="Consolas"/>
              </a:rPr>
              <a:t>ValueError</a:t>
            </a:r>
            <a:r>
              <a:rPr sz="1800">
                <a:solidFill>
                  <a:srgbClr val="D4D4D4"/>
                </a:solidFill>
                <a:latin typeface="Consolas"/>
              </a:rPr>
              <a:t>:</a:t>
            </a:r>
            <a:r>
              <a:rPr sz="1800">
                <a:solidFill>
                  <a:srgbClr val="D4D4D4"/>
                </a:solidFill>
                <a:latin typeface="Consolas"/>
              </a:rPr>
              <a:t> </a:t>
            </a:r>
            <a:r>
              <a:rPr sz="1800">
                <a:solidFill>
                  <a:srgbClr val="D4D4D4"/>
                </a:solidFill>
                <a:latin typeface="Consolas"/>
              </a:rPr>
              <a:t>age</a:t>
            </a:r>
            <a:r>
              <a:rPr sz="1800">
                <a:solidFill>
                  <a:srgbClr val="D4D4D4"/>
                </a:solidFill>
                <a:latin typeface="Consolas"/>
              </a:rPr>
              <a:t> </a:t>
            </a:r>
            <a:r>
              <a:rPr sz="1800">
                <a:solidFill>
                  <a:srgbClr val="D4D4D4"/>
                </a:solidFill>
                <a:latin typeface="Consolas"/>
              </a:rPr>
              <a:t>must</a:t>
            </a:r>
            <a:r>
              <a:rPr sz="1800">
                <a:solidFill>
                  <a:srgbClr val="D4D4D4"/>
                </a:solidFill>
                <a:latin typeface="Consolas"/>
              </a:rPr>
              <a:t> </a:t>
            </a:r>
            <a:r>
              <a:rPr sz="1800">
                <a:solidFill>
                  <a:srgbClr val="D4D4D4"/>
                </a:solidFill>
                <a:latin typeface="Consolas"/>
              </a:rPr>
              <a:t>be</a:t>
            </a:r>
            <a:r>
              <a:rPr sz="1800">
                <a:solidFill>
                  <a:srgbClr val="D4D4D4"/>
                </a:solidFill>
                <a:latin typeface="Consolas"/>
              </a:rPr>
              <a:t> </a:t>
            </a:r>
            <a:r>
              <a:rPr sz="1800">
                <a:solidFill>
                  <a:srgbClr val="D4D4D4"/>
                </a:solidFill>
                <a:latin typeface="Consolas"/>
              </a:rPr>
              <a:t>a</a:t>
            </a:r>
            <a:r>
              <a:rPr sz="1800">
                <a:solidFill>
                  <a:srgbClr val="D4D4D4"/>
                </a:solidFill>
                <a:latin typeface="Consolas"/>
              </a:rPr>
              <a:t> </a:t>
            </a:r>
            <a:r>
              <a:rPr sz="1800">
                <a:solidFill>
                  <a:srgbClr val="D4D4D4"/>
                </a:solidFill>
                <a:latin typeface="Consolas"/>
              </a:rPr>
              <a:t>whole</a:t>
            </a:r>
            <a:r>
              <a:rPr sz="1800">
                <a:solidFill>
                  <a:srgbClr val="D4D4D4"/>
                </a:solidFill>
                <a:latin typeface="Consolas"/>
              </a:rPr>
              <a:t> </a:t>
            </a:r>
            <a:r>
              <a:rPr sz="1800">
                <a:solidFill>
                  <a:srgbClr val="D4D4D4"/>
                </a:solidFill>
                <a:latin typeface="Consolas"/>
              </a:rPr>
              <a:t>number</a:t>
            </a:r>
          </a:p>
          <a:p>
            <a:pPr>
              <a:lnSpc>
                <a:spcPct val="110000"/>
              </a:lnSpc>
            </a:p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8A4F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0"/>
            <a:ext cx="1091153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1100" b="0">
                <a:solidFill>
                  <a:srgbClr val="5D6778"/>
                </a:solidFill>
                <a:latin typeface="Segoe UI"/>
              </a:rPr>
              <a:t>Backend Lab  ·  Exercise 10  ·  Paginate a list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37215" y="640080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600"/>
              </a:spcAft>
            </a:pPr>
            <a:r>
              <a:rPr sz="1100" b="0">
                <a:solidFill>
                  <a:srgbClr val="5D6778"/>
                </a:solidFill>
                <a:latin typeface="Segoe UI"/>
              </a:rPr>
              <a:t>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411480"/>
            <a:ext cx="10911535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3200" b="1">
                <a:solidFill>
                  <a:srgbClr val="1C2330"/>
                </a:solidFill>
                <a:latin typeface="Segoe UI"/>
              </a:rPr>
              <a:t>Tools: min, max and math.ceil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463040"/>
            <a:ext cx="10911535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2000" b="0">
                <a:solidFill>
                  <a:srgbClr val="6A3FC0"/>
                </a:solidFill>
                <a:latin typeface="Consolas"/>
              </a:rPr>
              <a:t>min</a:t>
            </a:r>
            <a:r>
              <a:rPr sz="2000" b="0">
                <a:solidFill>
                  <a:srgbClr val="1C2330"/>
                </a:solidFill>
                <a:latin typeface="Segoe UI"/>
              </a:rPr>
              <a:t> clamps a number to a limit; </a:t>
            </a:r>
            <a:r>
              <a:rPr sz="2000" b="0">
                <a:solidFill>
                  <a:srgbClr val="6A3FC0"/>
                </a:solidFill>
                <a:latin typeface="Consolas"/>
              </a:rPr>
              <a:t>math.ceil</a:t>
            </a:r>
            <a:r>
              <a:rPr sz="2000" b="0">
                <a:solidFill>
                  <a:srgbClr val="1C2330"/>
                </a:solidFill>
                <a:latin typeface="Segoe UI"/>
              </a:rPr>
              <a:t> rounds </a:t>
            </a:r>
            <a:r>
              <a:rPr sz="2000" b="1">
                <a:solidFill>
                  <a:srgbClr val="1C2330"/>
                </a:solidFill>
                <a:latin typeface="Segoe UI"/>
              </a:rPr>
              <a:t>up</a:t>
            </a:r>
            <a:r>
              <a:rPr sz="2000" b="0">
                <a:solidFill>
                  <a:srgbClr val="1C2330"/>
                </a:solidFill>
                <a:latin typeface="Segoe UI"/>
              </a:rPr>
              <a:t>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2331720"/>
            <a:ext cx="10911535" cy="2276856"/>
          </a:xfrm>
          <a:prstGeom prst="roundRect">
            <a:avLst>
              <a:gd name="adj" fmla="val 6000"/>
            </a:avLst>
          </a:prstGeom>
          <a:solidFill>
            <a:srgbClr val="1E1E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2532888"/>
            <a:ext cx="10362895" cy="19110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10000"/>
              </a:lnSpc>
            </a:pPr>
            <a:r>
              <a:rPr sz="1800">
                <a:solidFill>
                  <a:srgbClr val="C586C0"/>
                </a:solidFill>
                <a:latin typeface="Consolas"/>
              </a:rPr>
              <a:t>import</a:t>
            </a:r>
            <a:r>
              <a:rPr sz="1800">
                <a:solidFill>
                  <a:srgbClr val="D4D4D4"/>
                </a:solidFill>
                <a:latin typeface="Consolas"/>
              </a:rPr>
              <a:t> </a:t>
            </a:r>
            <a:r>
              <a:rPr sz="1800">
                <a:solidFill>
                  <a:srgbClr val="9CDCFE"/>
                </a:solidFill>
                <a:latin typeface="Consolas"/>
              </a:rPr>
              <a:t>math</a:t>
            </a:r>
          </a:p>
          <a:p>
            <a:pPr>
              <a:lnSpc>
                <a:spcPct val="110000"/>
              </a:lnSpc>
            </a:pPr>
          </a:p>
          <a:p>
            <a:pPr>
              <a:lnSpc>
                <a:spcPct val="110000"/>
              </a:lnSpc>
            </a:pPr>
            <a:r>
              <a:rPr sz="1800">
                <a:solidFill>
                  <a:srgbClr val="4EC9B0"/>
                </a:solidFill>
                <a:latin typeface="Consolas"/>
              </a:rPr>
              <a:t>print</a:t>
            </a:r>
            <a:r>
              <a:rPr sz="1800">
                <a:solidFill>
                  <a:srgbClr val="D4D4D4"/>
                </a:solidFill>
                <a:latin typeface="Consolas"/>
              </a:rPr>
              <a:t>(</a:t>
            </a:r>
            <a:r>
              <a:rPr sz="1800">
                <a:solidFill>
                  <a:srgbClr val="4EC9B0"/>
                </a:solidFill>
                <a:latin typeface="Consolas"/>
              </a:rPr>
              <a:t>min</a:t>
            </a:r>
            <a:r>
              <a:rPr sz="1800">
                <a:solidFill>
                  <a:srgbClr val="D4D4D4"/>
                </a:solidFill>
                <a:latin typeface="Consolas"/>
              </a:rPr>
              <a:t>(</a:t>
            </a:r>
            <a:r>
              <a:rPr sz="1800">
                <a:solidFill>
                  <a:srgbClr val="B5CEA8"/>
                </a:solidFill>
                <a:latin typeface="Consolas"/>
              </a:rPr>
              <a:t>80</a:t>
            </a:r>
            <a:r>
              <a:rPr sz="1800">
                <a:solidFill>
                  <a:srgbClr val="D4D4D4"/>
                </a:solidFill>
                <a:latin typeface="Consolas"/>
              </a:rPr>
              <a:t>,</a:t>
            </a:r>
            <a:r>
              <a:rPr sz="1800">
                <a:solidFill>
                  <a:srgbClr val="D4D4D4"/>
                </a:solidFill>
                <a:latin typeface="Consolas"/>
              </a:rPr>
              <a:t> </a:t>
            </a:r>
            <a:r>
              <a:rPr sz="1800">
                <a:solidFill>
                  <a:srgbClr val="B5CEA8"/>
                </a:solidFill>
                <a:latin typeface="Consolas"/>
              </a:rPr>
              <a:t>25</a:t>
            </a:r>
            <a:r>
              <a:rPr sz="1800">
                <a:solidFill>
                  <a:srgbClr val="D4D4D4"/>
                </a:solidFill>
                <a:latin typeface="Consolas"/>
              </a:rPr>
              <a:t>)</a:t>
            </a:r>
            <a:r>
              <a:rPr sz="1800">
                <a:solidFill>
                  <a:srgbClr val="D4D4D4"/>
                </a:solidFill>
                <a:latin typeface="Consolas"/>
              </a:rPr>
              <a:t>)</a:t>
            </a:r>
            <a:r>
              <a:rPr sz="1800">
                <a:solidFill>
                  <a:srgbClr val="D4D4D4"/>
                </a:solidFill>
                <a:latin typeface="Consolas"/>
              </a:rPr>
              <a:t>          </a:t>
            </a:r>
            <a:r>
              <a:rPr sz="1800">
                <a:solidFill>
                  <a:srgbClr val="6A9955"/>
                </a:solidFill>
                <a:latin typeface="Consolas"/>
              </a:rPr>
              <a:t># no more than 25</a:t>
            </a:r>
          </a:p>
          <a:p>
            <a:pPr>
              <a:lnSpc>
                <a:spcPct val="110000"/>
              </a:lnSpc>
            </a:pPr>
            <a:r>
              <a:rPr sz="1800">
                <a:solidFill>
                  <a:srgbClr val="4EC9B0"/>
                </a:solidFill>
                <a:latin typeface="Consolas"/>
              </a:rPr>
              <a:t>print</a:t>
            </a:r>
            <a:r>
              <a:rPr sz="1800">
                <a:solidFill>
                  <a:srgbClr val="D4D4D4"/>
                </a:solidFill>
                <a:latin typeface="Consolas"/>
              </a:rPr>
              <a:t>(</a:t>
            </a:r>
            <a:r>
              <a:rPr sz="1800">
                <a:solidFill>
                  <a:srgbClr val="4EC9B0"/>
                </a:solidFill>
                <a:latin typeface="Consolas"/>
              </a:rPr>
              <a:t>max</a:t>
            </a:r>
            <a:r>
              <a:rPr sz="1800">
                <a:solidFill>
                  <a:srgbClr val="D4D4D4"/>
                </a:solidFill>
                <a:latin typeface="Consolas"/>
              </a:rPr>
              <a:t>(</a:t>
            </a:r>
            <a:r>
              <a:rPr sz="1800">
                <a:solidFill>
                  <a:srgbClr val="B5CEA8"/>
                </a:solidFill>
                <a:latin typeface="Consolas"/>
              </a:rPr>
              <a:t>1</a:t>
            </a:r>
            <a:r>
              <a:rPr sz="1800">
                <a:solidFill>
                  <a:srgbClr val="D4D4D4"/>
                </a:solidFill>
                <a:latin typeface="Consolas"/>
              </a:rPr>
              <a:t>,</a:t>
            </a:r>
            <a:r>
              <a:rPr sz="1800">
                <a:solidFill>
                  <a:srgbClr val="D4D4D4"/>
                </a:solidFill>
                <a:latin typeface="Consolas"/>
              </a:rPr>
              <a:t> </a:t>
            </a:r>
            <a:r>
              <a:rPr sz="1800">
                <a:solidFill>
                  <a:srgbClr val="B5CEA8"/>
                </a:solidFill>
                <a:latin typeface="Consolas"/>
              </a:rPr>
              <a:t>0</a:t>
            </a:r>
            <a:r>
              <a:rPr sz="1800">
                <a:solidFill>
                  <a:srgbClr val="D4D4D4"/>
                </a:solidFill>
                <a:latin typeface="Consolas"/>
              </a:rPr>
              <a:t>)</a:t>
            </a:r>
            <a:r>
              <a:rPr sz="1800">
                <a:solidFill>
                  <a:srgbClr val="D4D4D4"/>
                </a:solidFill>
                <a:latin typeface="Consolas"/>
              </a:rPr>
              <a:t>)</a:t>
            </a:r>
            <a:r>
              <a:rPr sz="1800">
                <a:solidFill>
                  <a:srgbClr val="D4D4D4"/>
                </a:solidFill>
                <a:latin typeface="Consolas"/>
              </a:rPr>
              <a:t>            </a:t>
            </a:r>
            <a:r>
              <a:rPr sz="1800">
                <a:solidFill>
                  <a:srgbClr val="6A9955"/>
                </a:solidFill>
                <a:latin typeface="Consolas"/>
              </a:rPr>
              <a:t># at least 1</a:t>
            </a:r>
          </a:p>
          <a:p>
            <a:pPr>
              <a:lnSpc>
                <a:spcPct val="110000"/>
              </a:lnSpc>
            </a:pPr>
            <a:r>
              <a:rPr sz="1800">
                <a:solidFill>
                  <a:srgbClr val="4EC9B0"/>
                </a:solidFill>
                <a:latin typeface="Consolas"/>
              </a:rPr>
              <a:t>print</a:t>
            </a:r>
            <a:r>
              <a:rPr sz="1800">
                <a:solidFill>
                  <a:srgbClr val="D4D4D4"/>
                </a:solidFill>
                <a:latin typeface="Consolas"/>
              </a:rPr>
              <a:t>(</a:t>
            </a:r>
            <a:r>
              <a:rPr sz="1800">
                <a:solidFill>
                  <a:srgbClr val="9CDCFE"/>
                </a:solidFill>
                <a:latin typeface="Consolas"/>
              </a:rPr>
              <a:t>math</a:t>
            </a:r>
            <a:r>
              <a:rPr sz="1800">
                <a:solidFill>
                  <a:srgbClr val="D4D4D4"/>
                </a:solidFill>
                <a:latin typeface="Consolas"/>
              </a:rPr>
              <a:t>.</a:t>
            </a:r>
            <a:r>
              <a:rPr sz="1800">
                <a:solidFill>
                  <a:srgbClr val="9CDCFE"/>
                </a:solidFill>
                <a:latin typeface="Consolas"/>
              </a:rPr>
              <a:t>ceil</a:t>
            </a:r>
            <a:r>
              <a:rPr sz="1800">
                <a:solidFill>
                  <a:srgbClr val="D4D4D4"/>
                </a:solidFill>
                <a:latin typeface="Consolas"/>
              </a:rPr>
              <a:t>(</a:t>
            </a:r>
            <a:r>
              <a:rPr sz="1800">
                <a:solidFill>
                  <a:srgbClr val="B5CEA8"/>
                </a:solidFill>
                <a:latin typeface="Consolas"/>
              </a:rPr>
              <a:t>23</a:t>
            </a:r>
            <a:r>
              <a:rPr sz="1800">
                <a:solidFill>
                  <a:srgbClr val="D4D4D4"/>
                </a:solidFill>
                <a:latin typeface="Consolas"/>
              </a:rPr>
              <a:t> </a:t>
            </a:r>
            <a:r>
              <a:rPr sz="1800">
                <a:solidFill>
                  <a:srgbClr val="D4D4D4"/>
                </a:solidFill>
                <a:latin typeface="Consolas"/>
              </a:rPr>
              <a:t>/</a:t>
            </a:r>
            <a:r>
              <a:rPr sz="1800">
                <a:solidFill>
                  <a:srgbClr val="D4D4D4"/>
                </a:solidFill>
                <a:latin typeface="Consolas"/>
              </a:rPr>
              <a:t> </a:t>
            </a:r>
            <a:r>
              <a:rPr sz="1800">
                <a:solidFill>
                  <a:srgbClr val="B5CEA8"/>
                </a:solidFill>
                <a:latin typeface="Consolas"/>
              </a:rPr>
              <a:t>5</a:t>
            </a:r>
            <a:r>
              <a:rPr sz="1800">
                <a:solidFill>
                  <a:srgbClr val="D4D4D4"/>
                </a:solidFill>
                <a:latin typeface="Consolas"/>
              </a:rPr>
              <a:t>)</a:t>
            </a:r>
            <a:r>
              <a:rPr sz="1800">
                <a:solidFill>
                  <a:srgbClr val="D4D4D4"/>
                </a:solidFill>
                <a:latin typeface="Consolas"/>
              </a:rPr>
              <a:t>)</a:t>
            </a:r>
            <a:r>
              <a:rPr sz="1800">
                <a:solidFill>
                  <a:srgbClr val="D4D4D4"/>
                </a:solidFill>
                <a:latin typeface="Consolas"/>
              </a:rPr>
              <a:t>    </a:t>
            </a:r>
            <a:r>
              <a:rPr sz="1800">
                <a:solidFill>
                  <a:srgbClr val="6A9955"/>
                </a:solidFill>
                <a:latin typeface="Consolas"/>
              </a:rPr>
              <a:t># 23 / 5 is 4.6 -&gt; 5 pages</a:t>
            </a:r>
          </a:p>
          <a:p>
            <a:pPr>
              <a:lnSpc>
                <a:spcPct val="110000"/>
              </a:lnSpc>
            </a:pPr>
          </a:p>
        </p:txBody>
      </p:sp>
      <p:sp>
        <p:nvSpPr>
          <p:cNvPr id="9" name="Rounded Rectangle 8"/>
          <p:cNvSpPr/>
          <p:nvPr/>
        </p:nvSpPr>
        <p:spPr>
          <a:xfrm>
            <a:off x="640080" y="4791456"/>
            <a:ext cx="10911535" cy="1380744"/>
          </a:xfrm>
          <a:prstGeom prst="roundRect">
            <a:avLst>
              <a:gd name="adj" fmla="val 6000"/>
            </a:avLst>
          </a:prstGeom>
          <a:solidFill>
            <a:srgbClr val="2A2D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4992624"/>
            <a:ext cx="10362895" cy="10149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400"/>
              </a:spcAft>
            </a:pPr>
            <a:r>
              <a:rPr sz="1100" b="1">
                <a:solidFill>
                  <a:srgbClr val="9AA4B5"/>
                </a:solidFill>
                <a:latin typeface="Segoe UI"/>
              </a:rPr>
              <a:t>OUTPUT</a:t>
            </a:r>
          </a:p>
          <a:p>
            <a:pPr>
              <a:lnSpc>
                <a:spcPct val="110000"/>
              </a:lnSpc>
            </a:pPr>
            <a:r>
              <a:rPr sz="1800">
                <a:solidFill>
                  <a:srgbClr val="D4D4D4"/>
                </a:solidFill>
                <a:latin typeface="Consolas"/>
              </a:rPr>
              <a:t>25</a:t>
            </a:r>
          </a:p>
          <a:p>
            <a:pPr>
              <a:lnSpc>
                <a:spcPct val="110000"/>
              </a:lnSpc>
            </a:pPr>
            <a:r>
              <a:rPr sz="1800">
                <a:solidFill>
                  <a:srgbClr val="D4D4D4"/>
                </a:solidFill>
                <a:latin typeface="Consolas"/>
              </a:rPr>
              <a:t>1</a:t>
            </a:r>
          </a:p>
          <a:p>
            <a:pPr>
              <a:lnSpc>
                <a:spcPct val="110000"/>
              </a:lnSpc>
            </a:pPr>
            <a:r>
              <a:rPr sz="1800">
                <a:solidFill>
                  <a:srgbClr val="D4D4D4"/>
                </a:solidFill>
                <a:latin typeface="Consolas"/>
              </a:rPr>
              <a:t>5</a:t>
            </a:r>
          </a:p>
          <a:p>
            <a:pPr>
              <a:lnSpc>
                <a:spcPct val="110000"/>
              </a:lnSpc>
            </a:p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8A4F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0"/>
            <a:ext cx="1091153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1100" b="0">
                <a:solidFill>
                  <a:srgbClr val="5D6778"/>
                </a:solidFill>
                <a:latin typeface="Segoe UI"/>
              </a:rPr>
              <a:t>Backend Lab  ·  Exercise 10  ·  Paginate a list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37215" y="640080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600"/>
              </a:spcAft>
            </a:pPr>
            <a:r>
              <a:rPr sz="1100" b="0">
                <a:solidFill>
                  <a:srgbClr val="5D6778"/>
                </a:solidFill>
                <a:latin typeface="Segoe UI"/>
              </a:rPr>
              <a:t>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411480"/>
            <a:ext cx="10911535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3200" b="1">
                <a:solidFill>
                  <a:srgbClr val="1C2330"/>
                </a:solidFill>
                <a:latin typeface="Segoe UI"/>
              </a:rPr>
              <a:t>Rounding down vs rounding up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508760"/>
            <a:ext cx="5272887" cy="4389120"/>
          </a:xfrm>
          <a:prstGeom prst="roundRect">
            <a:avLst>
              <a:gd name="adj" fmla="val 6000"/>
            </a:avLst>
          </a:prstGeom>
          <a:solidFill>
            <a:srgbClr val="F3EE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1737360"/>
            <a:ext cx="4632807" cy="4023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400"/>
              </a:spcAft>
            </a:pPr>
            <a:r>
              <a:rPr sz="2400" b="1">
                <a:solidFill>
                  <a:srgbClr val="8A4FE0"/>
                </a:solidFill>
                <a:latin typeface="Segoe UI"/>
              </a:rPr>
              <a:t>count // page_size</a:t>
            </a:r>
          </a:p>
          <a:p>
            <a:pPr>
              <a:spcAft>
                <a:spcPts val="1000"/>
              </a:spcAft>
            </a:pPr>
            <a:r>
              <a:rPr sz="1900" b="0">
                <a:solidFill>
                  <a:srgbClr val="1C2330"/>
                </a:solidFill>
                <a:latin typeface="Segoe UI"/>
              </a:rPr>
              <a:t>•  Rounds </a:t>
            </a:r>
            <a:r>
              <a:rPr sz="1900" b="1">
                <a:solidFill>
                  <a:srgbClr val="1C2330"/>
                </a:solidFill>
                <a:latin typeface="Segoe UI"/>
              </a:rPr>
              <a:t>down</a:t>
            </a:r>
          </a:p>
          <a:p>
            <a:pPr>
              <a:spcAft>
                <a:spcPts val="1000"/>
              </a:spcAft>
            </a:pPr>
            <a:r>
              <a:rPr sz="1900" b="0">
                <a:solidFill>
                  <a:srgbClr val="1C2330"/>
                </a:solidFill>
                <a:latin typeface="Segoe UI"/>
              </a:rPr>
              <a:t>•  </a:t>
            </a:r>
            <a:r>
              <a:rPr sz="1900" b="0">
                <a:solidFill>
                  <a:srgbClr val="6A3FC0"/>
                </a:solidFill>
                <a:latin typeface="Consolas"/>
              </a:rPr>
              <a:t>42 // 10</a:t>
            </a:r>
            <a:r>
              <a:rPr sz="1900" b="0">
                <a:solidFill>
                  <a:srgbClr val="1C2330"/>
                </a:solidFill>
                <a:latin typeface="Segoe UI"/>
              </a:rPr>
              <a:t> gives </a:t>
            </a:r>
            <a:r>
              <a:rPr sz="1900" b="0">
                <a:solidFill>
                  <a:srgbClr val="6A3FC0"/>
                </a:solidFill>
                <a:latin typeface="Consolas"/>
              </a:rPr>
              <a:t>4</a:t>
            </a:r>
          </a:p>
          <a:p>
            <a:pPr>
              <a:spcAft>
                <a:spcPts val="1000"/>
              </a:spcAft>
            </a:pPr>
            <a:r>
              <a:rPr sz="1900" b="0">
                <a:solidFill>
                  <a:srgbClr val="1C2330"/>
                </a:solidFill>
                <a:latin typeface="Segoe UI"/>
              </a:rPr>
              <a:t>•  Page 5 with </a:t>
            </a:r>
            <a:r>
              <a:rPr sz="1900" b="0">
                <a:solidFill>
                  <a:srgbClr val="6A3FC0"/>
                </a:solidFill>
                <a:latin typeface="Consolas"/>
              </a:rPr>
              <a:t>[41, 42]</a:t>
            </a:r>
            <a:r>
              <a:rPr sz="1900" b="0">
                <a:solidFill>
                  <a:srgbClr val="1C2330"/>
                </a:solidFill>
                <a:latin typeface="Segoe UI"/>
              </a:rPr>
              <a:t> disappears</a:t>
            </a:r>
          </a:p>
          <a:p>
            <a:pPr>
              <a:spcAft>
                <a:spcPts val="1000"/>
              </a:spcAft>
            </a:pPr>
            <a:r>
              <a:rPr sz="1900" b="0">
                <a:solidFill>
                  <a:srgbClr val="1C2330"/>
                </a:solidFill>
                <a:latin typeface="Segoe UI"/>
              </a:rPr>
              <a:t>•  Wrong for counting pages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78727" y="1508760"/>
            <a:ext cx="5272887" cy="4389120"/>
          </a:xfrm>
          <a:prstGeom prst="roundRect">
            <a:avLst>
              <a:gd name="adj" fmla="val 6000"/>
            </a:avLst>
          </a:prstGeom>
          <a:solidFill>
            <a:srgbClr val="E5EE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98767" y="1737360"/>
            <a:ext cx="4632807" cy="4023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400"/>
              </a:spcAft>
            </a:pPr>
            <a:r>
              <a:rPr sz="2400" b="1">
                <a:solidFill>
                  <a:srgbClr val="2F6FDF"/>
                </a:solidFill>
                <a:latin typeface="Segoe UI"/>
              </a:rPr>
              <a:t>math.ceil(count / page_size)</a:t>
            </a:r>
          </a:p>
          <a:p>
            <a:pPr>
              <a:spcAft>
                <a:spcPts val="1000"/>
              </a:spcAft>
            </a:pPr>
            <a:r>
              <a:rPr sz="1900" b="0">
                <a:solidFill>
                  <a:srgbClr val="1C2330"/>
                </a:solidFill>
                <a:latin typeface="Segoe UI"/>
              </a:rPr>
              <a:t>•  Rounds </a:t>
            </a:r>
            <a:r>
              <a:rPr sz="1900" b="1">
                <a:solidFill>
                  <a:srgbClr val="1C2330"/>
                </a:solidFill>
                <a:latin typeface="Segoe UI"/>
              </a:rPr>
              <a:t>up</a:t>
            </a:r>
          </a:p>
          <a:p>
            <a:pPr>
              <a:spcAft>
                <a:spcPts val="1000"/>
              </a:spcAft>
            </a:pPr>
            <a:r>
              <a:rPr sz="1900" b="0">
                <a:solidFill>
                  <a:srgbClr val="1C2330"/>
                </a:solidFill>
                <a:latin typeface="Segoe UI"/>
              </a:rPr>
              <a:t>•  </a:t>
            </a:r>
            <a:r>
              <a:rPr sz="1900" b="0">
                <a:solidFill>
                  <a:srgbClr val="6A3FC0"/>
                </a:solidFill>
                <a:latin typeface="Consolas"/>
              </a:rPr>
              <a:t>math.ceil(42 / 10)</a:t>
            </a:r>
            <a:r>
              <a:rPr sz="1900" b="0">
                <a:solidFill>
                  <a:srgbClr val="1C2330"/>
                </a:solidFill>
                <a:latin typeface="Segoe UI"/>
              </a:rPr>
              <a:t> gives </a:t>
            </a:r>
            <a:r>
              <a:rPr sz="1900" b="0">
                <a:solidFill>
                  <a:srgbClr val="6A3FC0"/>
                </a:solidFill>
                <a:latin typeface="Consolas"/>
              </a:rPr>
              <a:t>5</a:t>
            </a:r>
          </a:p>
          <a:p>
            <a:pPr>
              <a:spcAft>
                <a:spcPts val="1000"/>
              </a:spcAft>
            </a:pPr>
            <a:r>
              <a:rPr sz="1900" b="0">
                <a:solidFill>
                  <a:srgbClr val="1C2330"/>
                </a:solidFill>
                <a:latin typeface="Segoe UI"/>
              </a:rPr>
              <a:t>•  A half-full last page still counts</a:t>
            </a:r>
          </a:p>
          <a:p>
            <a:pPr>
              <a:spcAft>
                <a:spcPts val="1000"/>
              </a:spcAft>
            </a:pPr>
            <a:r>
              <a:rPr sz="1900" b="0">
                <a:solidFill>
                  <a:srgbClr val="1C2330"/>
                </a:solidFill>
                <a:latin typeface="Segoe UI"/>
              </a:rPr>
              <a:t>•  Wrap in </a:t>
            </a:r>
            <a:r>
              <a:rPr sz="1900" b="0">
                <a:solidFill>
                  <a:srgbClr val="6A3FC0"/>
                </a:solidFill>
                <a:latin typeface="Consolas"/>
              </a:rPr>
              <a:t>max(1, ...)</a:t>
            </a:r>
            <a:r>
              <a:rPr sz="1900" b="0">
                <a:solidFill>
                  <a:srgbClr val="1C2330"/>
                </a:solidFill>
                <a:latin typeface="Segoe UI"/>
              </a:rPr>
              <a:t> for empty lists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8A4F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0"/>
            <a:ext cx="1091153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1100" b="0">
                <a:solidFill>
                  <a:srgbClr val="5D6778"/>
                </a:solidFill>
                <a:latin typeface="Segoe UI"/>
              </a:rPr>
              <a:t>Backend Lab  ·  Exercise 10  ·  Paginate a list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37215" y="640080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600"/>
              </a:spcAft>
            </a:pPr>
            <a:r>
              <a:rPr sz="1100" b="0">
                <a:solidFill>
                  <a:srgbClr val="5D6778"/>
                </a:solidFill>
                <a:latin typeface="Segoe UI"/>
              </a:rPr>
              <a:t>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411480"/>
            <a:ext cx="10911535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3200" b="1">
                <a:solidFill>
                  <a:srgbClr val="1C2330"/>
                </a:solidFill>
                <a:latin typeface="Segoe UI"/>
              </a:rPr>
              <a:t>Pattern: cut out one page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463040"/>
            <a:ext cx="10911535" cy="2852928"/>
          </a:xfrm>
          <a:prstGeom prst="roundRect">
            <a:avLst>
              <a:gd name="adj" fmla="val 6000"/>
            </a:avLst>
          </a:prstGeom>
          <a:solidFill>
            <a:srgbClr val="1E1E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664208"/>
            <a:ext cx="10362895" cy="2487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10000"/>
              </a:lnSpc>
            </a:pPr>
            <a:r>
              <a:rPr sz="1800">
                <a:solidFill>
                  <a:srgbClr val="9CDCFE"/>
                </a:solidFill>
                <a:latin typeface="Consolas"/>
              </a:rPr>
              <a:t>songs</a:t>
            </a:r>
            <a:r>
              <a:rPr sz="1800">
                <a:solidFill>
                  <a:srgbClr val="D4D4D4"/>
                </a:solidFill>
                <a:latin typeface="Consolas"/>
              </a:rPr>
              <a:t> </a:t>
            </a:r>
            <a:r>
              <a:rPr sz="1800">
                <a:solidFill>
                  <a:srgbClr val="D4D4D4"/>
                </a:solidFill>
                <a:latin typeface="Consolas"/>
              </a:rPr>
              <a:t>=</a:t>
            </a:r>
            <a:r>
              <a:rPr sz="1800">
                <a:solidFill>
                  <a:srgbClr val="D4D4D4"/>
                </a:solidFill>
                <a:latin typeface="Consolas"/>
              </a:rPr>
              <a:t> </a:t>
            </a:r>
            <a:r>
              <a:rPr sz="1800">
                <a:solidFill>
                  <a:srgbClr val="D4D4D4"/>
                </a:solidFill>
                <a:latin typeface="Consolas"/>
              </a:rPr>
              <a:t>[</a:t>
            </a:r>
            <a:r>
              <a:rPr sz="1800">
                <a:solidFill>
                  <a:srgbClr val="CE9178"/>
                </a:solidFill>
                <a:latin typeface="Consolas"/>
              </a:rPr>
              <a:t>"</a:t>
            </a:r>
            <a:r>
              <a:rPr sz="1800">
                <a:solidFill>
                  <a:srgbClr val="CE9178"/>
                </a:solidFill>
                <a:latin typeface="Consolas"/>
              </a:rPr>
              <a:t>s1</a:t>
            </a:r>
            <a:r>
              <a:rPr sz="1800">
                <a:solidFill>
                  <a:srgbClr val="CE9178"/>
                </a:solidFill>
                <a:latin typeface="Consolas"/>
              </a:rPr>
              <a:t>"</a:t>
            </a:r>
            <a:r>
              <a:rPr sz="1800">
                <a:solidFill>
                  <a:srgbClr val="D4D4D4"/>
                </a:solidFill>
                <a:latin typeface="Consolas"/>
              </a:rPr>
              <a:t>,</a:t>
            </a:r>
            <a:r>
              <a:rPr sz="1800">
                <a:solidFill>
                  <a:srgbClr val="D4D4D4"/>
                </a:solidFill>
                <a:latin typeface="Consolas"/>
              </a:rPr>
              <a:t> </a:t>
            </a:r>
            <a:r>
              <a:rPr sz="1800">
                <a:solidFill>
                  <a:srgbClr val="CE9178"/>
                </a:solidFill>
                <a:latin typeface="Consolas"/>
              </a:rPr>
              <a:t>"</a:t>
            </a:r>
            <a:r>
              <a:rPr sz="1800">
                <a:solidFill>
                  <a:srgbClr val="CE9178"/>
                </a:solidFill>
                <a:latin typeface="Consolas"/>
              </a:rPr>
              <a:t>s2</a:t>
            </a:r>
            <a:r>
              <a:rPr sz="1800">
                <a:solidFill>
                  <a:srgbClr val="CE9178"/>
                </a:solidFill>
                <a:latin typeface="Consolas"/>
              </a:rPr>
              <a:t>"</a:t>
            </a:r>
            <a:r>
              <a:rPr sz="1800">
                <a:solidFill>
                  <a:srgbClr val="D4D4D4"/>
                </a:solidFill>
                <a:latin typeface="Consolas"/>
              </a:rPr>
              <a:t>,</a:t>
            </a:r>
            <a:r>
              <a:rPr sz="1800">
                <a:solidFill>
                  <a:srgbClr val="D4D4D4"/>
                </a:solidFill>
                <a:latin typeface="Consolas"/>
              </a:rPr>
              <a:t> </a:t>
            </a:r>
            <a:r>
              <a:rPr sz="1800">
                <a:solidFill>
                  <a:srgbClr val="CE9178"/>
                </a:solidFill>
                <a:latin typeface="Consolas"/>
              </a:rPr>
              <a:t>"</a:t>
            </a:r>
            <a:r>
              <a:rPr sz="1800">
                <a:solidFill>
                  <a:srgbClr val="CE9178"/>
                </a:solidFill>
                <a:latin typeface="Consolas"/>
              </a:rPr>
              <a:t>s3</a:t>
            </a:r>
            <a:r>
              <a:rPr sz="1800">
                <a:solidFill>
                  <a:srgbClr val="CE9178"/>
                </a:solidFill>
                <a:latin typeface="Consolas"/>
              </a:rPr>
              <a:t>"</a:t>
            </a:r>
            <a:r>
              <a:rPr sz="1800">
                <a:solidFill>
                  <a:srgbClr val="D4D4D4"/>
                </a:solidFill>
                <a:latin typeface="Consolas"/>
              </a:rPr>
              <a:t>,</a:t>
            </a:r>
            <a:r>
              <a:rPr sz="1800">
                <a:solidFill>
                  <a:srgbClr val="D4D4D4"/>
                </a:solidFill>
                <a:latin typeface="Consolas"/>
              </a:rPr>
              <a:t> </a:t>
            </a:r>
            <a:r>
              <a:rPr sz="1800">
                <a:solidFill>
                  <a:srgbClr val="CE9178"/>
                </a:solidFill>
                <a:latin typeface="Consolas"/>
              </a:rPr>
              <a:t>"</a:t>
            </a:r>
            <a:r>
              <a:rPr sz="1800">
                <a:solidFill>
                  <a:srgbClr val="CE9178"/>
                </a:solidFill>
                <a:latin typeface="Consolas"/>
              </a:rPr>
              <a:t>s4</a:t>
            </a:r>
            <a:r>
              <a:rPr sz="1800">
                <a:solidFill>
                  <a:srgbClr val="CE9178"/>
                </a:solidFill>
                <a:latin typeface="Consolas"/>
              </a:rPr>
              <a:t>"</a:t>
            </a:r>
            <a:r>
              <a:rPr sz="1800">
                <a:solidFill>
                  <a:srgbClr val="D4D4D4"/>
                </a:solidFill>
                <a:latin typeface="Consolas"/>
              </a:rPr>
              <a:t>,</a:t>
            </a:r>
            <a:r>
              <a:rPr sz="1800">
                <a:solidFill>
                  <a:srgbClr val="D4D4D4"/>
                </a:solidFill>
                <a:latin typeface="Consolas"/>
              </a:rPr>
              <a:t> </a:t>
            </a:r>
            <a:r>
              <a:rPr sz="1800">
                <a:solidFill>
                  <a:srgbClr val="CE9178"/>
                </a:solidFill>
                <a:latin typeface="Consolas"/>
              </a:rPr>
              <a:t>"</a:t>
            </a:r>
            <a:r>
              <a:rPr sz="1800">
                <a:solidFill>
                  <a:srgbClr val="CE9178"/>
                </a:solidFill>
                <a:latin typeface="Consolas"/>
              </a:rPr>
              <a:t>s5</a:t>
            </a:r>
            <a:r>
              <a:rPr sz="1800">
                <a:solidFill>
                  <a:srgbClr val="CE9178"/>
                </a:solidFill>
                <a:latin typeface="Consolas"/>
              </a:rPr>
              <a:t>"</a:t>
            </a:r>
            <a:r>
              <a:rPr sz="1800">
                <a:solidFill>
                  <a:srgbClr val="D4D4D4"/>
                </a:solidFill>
                <a:latin typeface="Consolas"/>
              </a:rPr>
              <a:t>,</a:t>
            </a:r>
            <a:r>
              <a:rPr sz="1800">
                <a:solidFill>
                  <a:srgbClr val="D4D4D4"/>
                </a:solidFill>
                <a:latin typeface="Consolas"/>
              </a:rPr>
              <a:t> </a:t>
            </a:r>
            <a:r>
              <a:rPr sz="1800">
                <a:solidFill>
                  <a:srgbClr val="CE9178"/>
                </a:solidFill>
                <a:latin typeface="Consolas"/>
              </a:rPr>
              <a:t>"</a:t>
            </a:r>
            <a:r>
              <a:rPr sz="1800">
                <a:solidFill>
                  <a:srgbClr val="CE9178"/>
                </a:solidFill>
                <a:latin typeface="Consolas"/>
              </a:rPr>
              <a:t>s6</a:t>
            </a:r>
            <a:r>
              <a:rPr sz="1800">
                <a:solidFill>
                  <a:srgbClr val="CE9178"/>
                </a:solidFill>
                <a:latin typeface="Consolas"/>
              </a:rPr>
              <a:t>"</a:t>
            </a:r>
            <a:r>
              <a:rPr sz="1800">
                <a:solidFill>
                  <a:srgbClr val="D4D4D4"/>
                </a:solidFill>
                <a:latin typeface="Consolas"/>
              </a:rPr>
              <a:t>,</a:t>
            </a:r>
            <a:r>
              <a:rPr sz="1800">
                <a:solidFill>
                  <a:srgbClr val="D4D4D4"/>
                </a:solidFill>
                <a:latin typeface="Consolas"/>
              </a:rPr>
              <a:t> </a:t>
            </a:r>
            <a:r>
              <a:rPr sz="1800">
                <a:solidFill>
                  <a:srgbClr val="CE9178"/>
                </a:solidFill>
                <a:latin typeface="Consolas"/>
              </a:rPr>
              <a:t>"</a:t>
            </a:r>
            <a:r>
              <a:rPr sz="1800">
                <a:solidFill>
                  <a:srgbClr val="CE9178"/>
                </a:solidFill>
                <a:latin typeface="Consolas"/>
              </a:rPr>
              <a:t>s7</a:t>
            </a:r>
            <a:r>
              <a:rPr sz="1800">
                <a:solidFill>
                  <a:srgbClr val="CE9178"/>
                </a:solidFill>
                <a:latin typeface="Consolas"/>
              </a:rPr>
              <a:t>"</a:t>
            </a:r>
            <a:r>
              <a:rPr sz="1800">
                <a:solidFill>
                  <a:srgbClr val="D4D4D4"/>
                </a:solidFill>
                <a:latin typeface="Consolas"/>
              </a:rPr>
              <a:t>]</a:t>
            </a:r>
          </a:p>
          <a:p>
            <a:pPr>
              <a:lnSpc>
                <a:spcPct val="110000"/>
              </a:lnSpc>
            </a:pPr>
            <a:r>
              <a:rPr sz="1800">
                <a:solidFill>
                  <a:srgbClr val="9CDCFE"/>
                </a:solidFill>
                <a:latin typeface="Consolas"/>
              </a:rPr>
              <a:t>page</a:t>
            </a:r>
            <a:r>
              <a:rPr sz="1800">
                <a:solidFill>
                  <a:srgbClr val="D4D4D4"/>
                </a:solidFill>
                <a:latin typeface="Consolas"/>
              </a:rPr>
              <a:t>,</a:t>
            </a:r>
            <a:r>
              <a:rPr sz="1800">
                <a:solidFill>
                  <a:srgbClr val="D4D4D4"/>
                </a:solidFill>
                <a:latin typeface="Consolas"/>
              </a:rPr>
              <a:t> </a:t>
            </a:r>
            <a:r>
              <a:rPr sz="1800">
                <a:solidFill>
                  <a:srgbClr val="9CDCFE"/>
                </a:solidFill>
                <a:latin typeface="Consolas"/>
              </a:rPr>
              <a:t>page_size</a:t>
            </a:r>
            <a:r>
              <a:rPr sz="1800">
                <a:solidFill>
                  <a:srgbClr val="D4D4D4"/>
                </a:solidFill>
                <a:latin typeface="Consolas"/>
              </a:rPr>
              <a:t>,</a:t>
            </a:r>
            <a:r>
              <a:rPr sz="1800">
                <a:solidFill>
                  <a:srgbClr val="D4D4D4"/>
                </a:solidFill>
                <a:latin typeface="Consolas"/>
              </a:rPr>
              <a:t> </a:t>
            </a:r>
            <a:r>
              <a:rPr sz="1800">
                <a:solidFill>
                  <a:srgbClr val="9CDCFE"/>
                </a:solidFill>
                <a:latin typeface="Consolas"/>
              </a:rPr>
              <a:t>last_page</a:t>
            </a:r>
            <a:r>
              <a:rPr sz="1800">
                <a:solidFill>
                  <a:srgbClr val="D4D4D4"/>
                </a:solidFill>
                <a:latin typeface="Consolas"/>
              </a:rPr>
              <a:t> </a:t>
            </a:r>
            <a:r>
              <a:rPr sz="1800">
                <a:solidFill>
                  <a:srgbClr val="D4D4D4"/>
                </a:solidFill>
                <a:latin typeface="Consolas"/>
              </a:rPr>
              <a:t>=</a:t>
            </a:r>
            <a:r>
              <a:rPr sz="1800">
                <a:solidFill>
                  <a:srgbClr val="D4D4D4"/>
                </a:solidFill>
                <a:latin typeface="Consolas"/>
              </a:rPr>
              <a:t> </a:t>
            </a:r>
            <a:r>
              <a:rPr sz="1800">
                <a:solidFill>
                  <a:srgbClr val="B5CEA8"/>
                </a:solidFill>
                <a:latin typeface="Consolas"/>
              </a:rPr>
              <a:t>2</a:t>
            </a:r>
            <a:r>
              <a:rPr sz="1800">
                <a:solidFill>
                  <a:srgbClr val="D4D4D4"/>
                </a:solidFill>
                <a:latin typeface="Consolas"/>
              </a:rPr>
              <a:t>,</a:t>
            </a:r>
            <a:r>
              <a:rPr sz="1800">
                <a:solidFill>
                  <a:srgbClr val="D4D4D4"/>
                </a:solidFill>
                <a:latin typeface="Consolas"/>
              </a:rPr>
              <a:t> </a:t>
            </a:r>
            <a:r>
              <a:rPr sz="1800">
                <a:solidFill>
                  <a:srgbClr val="B5CEA8"/>
                </a:solidFill>
                <a:latin typeface="Consolas"/>
              </a:rPr>
              <a:t>3</a:t>
            </a:r>
            <a:r>
              <a:rPr sz="1800">
                <a:solidFill>
                  <a:srgbClr val="D4D4D4"/>
                </a:solidFill>
                <a:latin typeface="Consolas"/>
              </a:rPr>
              <a:t>,</a:t>
            </a:r>
            <a:r>
              <a:rPr sz="1800">
                <a:solidFill>
                  <a:srgbClr val="D4D4D4"/>
                </a:solidFill>
                <a:latin typeface="Consolas"/>
              </a:rPr>
              <a:t> </a:t>
            </a:r>
            <a:r>
              <a:rPr sz="1800">
                <a:solidFill>
                  <a:srgbClr val="B5CEA8"/>
                </a:solidFill>
                <a:latin typeface="Consolas"/>
              </a:rPr>
              <a:t>3</a:t>
            </a:r>
          </a:p>
          <a:p>
            <a:pPr>
              <a:lnSpc>
                <a:spcPct val="110000"/>
              </a:lnSpc>
            </a:pPr>
            <a:r>
              <a:rPr sz="1800">
                <a:solidFill>
                  <a:srgbClr val="9CDCFE"/>
                </a:solidFill>
                <a:latin typeface="Consolas"/>
              </a:rPr>
              <a:t>start</a:t>
            </a:r>
            <a:r>
              <a:rPr sz="1800">
                <a:solidFill>
                  <a:srgbClr val="D4D4D4"/>
                </a:solidFill>
                <a:latin typeface="Consolas"/>
              </a:rPr>
              <a:t> </a:t>
            </a:r>
            <a:r>
              <a:rPr sz="1800">
                <a:solidFill>
                  <a:srgbClr val="D4D4D4"/>
                </a:solidFill>
                <a:latin typeface="Consolas"/>
              </a:rPr>
              <a:t>=</a:t>
            </a:r>
            <a:r>
              <a:rPr sz="1800">
                <a:solidFill>
                  <a:srgbClr val="D4D4D4"/>
                </a:solidFill>
                <a:latin typeface="Consolas"/>
              </a:rPr>
              <a:t> </a:t>
            </a:r>
            <a:r>
              <a:rPr sz="1800">
                <a:solidFill>
                  <a:srgbClr val="D4D4D4"/>
                </a:solidFill>
                <a:latin typeface="Consolas"/>
              </a:rPr>
              <a:t>(</a:t>
            </a:r>
            <a:r>
              <a:rPr sz="1800">
                <a:solidFill>
                  <a:srgbClr val="9CDCFE"/>
                </a:solidFill>
                <a:latin typeface="Consolas"/>
              </a:rPr>
              <a:t>page</a:t>
            </a:r>
            <a:r>
              <a:rPr sz="1800">
                <a:solidFill>
                  <a:srgbClr val="D4D4D4"/>
                </a:solidFill>
                <a:latin typeface="Consolas"/>
              </a:rPr>
              <a:t> </a:t>
            </a:r>
            <a:r>
              <a:rPr sz="1800">
                <a:solidFill>
                  <a:srgbClr val="D4D4D4"/>
                </a:solidFill>
                <a:latin typeface="Consolas"/>
              </a:rPr>
              <a:t>-</a:t>
            </a:r>
            <a:r>
              <a:rPr sz="1800">
                <a:solidFill>
                  <a:srgbClr val="D4D4D4"/>
                </a:solidFill>
                <a:latin typeface="Consolas"/>
              </a:rPr>
              <a:t> </a:t>
            </a:r>
            <a:r>
              <a:rPr sz="1800">
                <a:solidFill>
                  <a:srgbClr val="B5CEA8"/>
                </a:solidFill>
                <a:latin typeface="Consolas"/>
              </a:rPr>
              <a:t>1</a:t>
            </a:r>
            <a:r>
              <a:rPr sz="1800">
                <a:solidFill>
                  <a:srgbClr val="D4D4D4"/>
                </a:solidFill>
                <a:latin typeface="Consolas"/>
              </a:rPr>
              <a:t>)</a:t>
            </a:r>
            <a:r>
              <a:rPr sz="1800">
                <a:solidFill>
                  <a:srgbClr val="D4D4D4"/>
                </a:solidFill>
                <a:latin typeface="Consolas"/>
              </a:rPr>
              <a:t> </a:t>
            </a:r>
            <a:r>
              <a:rPr sz="1800">
                <a:solidFill>
                  <a:srgbClr val="D4D4D4"/>
                </a:solidFill>
                <a:latin typeface="Consolas"/>
              </a:rPr>
              <a:t>*</a:t>
            </a:r>
            <a:r>
              <a:rPr sz="1800">
                <a:solidFill>
                  <a:srgbClr val="D4D4D4"/>
                </a:solidFill>
                <a:latin typeface="Consolas"/>
              </a:rPr>
              <a:t> </a:t>
            </a:r>
            <a:r>
              <a:rPr sz="1800">
                <a:solidFill>
                  <a:srgbClr val="9CDCFE"/>
                </a:solidFill>
                <a:latin typeface="Consolas"/>
              </a:rPr>
              <a:t>page_size</a:t>
            </a:r>
            <a:r>
              <a:rPr sz="1800">
                <a:solidFill>
                  <a:srgbClr val="D4D4D4"/>
                </a:solidFill>
                <a:latin typeface="Consolas"/>
              </a:rPr>
              <a:t>                  </a:t>
            </a:r>
            <a:r>
              <a:rPr sz="1800">
                <a:solidFill>
                  <a:srgbClr val="6A9955"/>
                </a:solidFill>
                <a:latin typeface="Consolas"/>
              </a:rPr>
              <a:t># (2 - 1) * 3 = 3</a:t>
            </a:r>
          </a:p>
          <a:p>
            <a:pPr>
              <a:lnSpc>
                <a:spcPct val="110000"/>
              </a:lnSpc>
            </a:pPr>
            <a:r>
              <a:rPr sz="1800">
                <a:solidFill>
                  <a:srgbClr val="4EC9B0"/>
                </a:solidFill>
                <a:latin typeface="Consolas"/>
              </a:rPr>
              <a:t>print</a:t>
            </a:r>
            <a:r>
              <a:rPr sz="1800">
                <a:solidFill>
                  <a:srgbClr val="D4D4D4"/>
                </a:solidFill>
                <a:latin typeface="Consolas"/>
              </a:rPr>
              <a:t>(</a:t>
            </a:r>
            <a:r>
              <a:rPr sz="1800">
                <a:solidFill>
                  <a:srgbClr val="9CDCFE"/>
                </a:solidFill>
                <a:latin typeface="Consolas"/>
              </a:rPr>
              <a:t>songs</a:t>
            </a:r>
            <a:r>
              <a:rPr sz="1800">
                <a:solidFill>
                  <a:srgbClr val="D4D4D4"/>
                </a:solidFill>
                <a:latin typeface="Consolas"/>
              </a:rPr>
              <a:t>[</a:t>
            </a:r>
            <a:r>
              <a:rPr sz="1800">
                <a:solidFill>
                  <a:srgbClr val="9CDCFE"/>
                </a:solidFill>
                <a:latin typeface="Consolas"/>
              </a:rPr>
              <a:t>start</a:t>
            </a:r>
            <a:r>
              <a:rPr sz="1800">
                <a:solidFill>
                  <a:srgbClr val="D4D4D4"/>
                </a:solidFill>
                <a:latin typeface="Consolas"/>
              </a:rPr>
              <a:t>:</a:t>
            </a:r>
            <a:r>
              <a:rPr sz="1800">
                <a:solidFill>
                  <a:srgbClr val="9CDCFE"/>
                </a:solidFill>
                <a:latin typeface="Consolas"/>
              </a:rPr>
              <a:t>start</a:t>
            </a:r>
            <a:r>
              <a:rPr sz="1800">
                <a:solidFill>
                  <a:srgbClr val="D4D4D4"/>
                </a:solidFill>
                <a:latin typeface="Consolas"/>
              </a:rPr>
              <a:t> </a:t>
            </a:r>
            <a:r>
              <a:rPr sz="1800">
                <a:solidFill>
                  <a:srgbClr val="D4D4D4"/>
                </a:solidFill>
                <a:latin typeface="Consolas"/>
              </a:rPr>
              <a:t>+</a:t>
            </a:r>
            <a:r>
              <a:rPr sz="1800">
                <a:solidFill>
                  <a:srgbClr val="D4D4D4"/>
                </a:solidFill>
                <a:latin typeface="Consolas"/>
              </a:rPr>
              <a:t> </a:t>
            </a:r>
            <a:r>
              <a:rPr sz="1800">
                <a:solidFill>
                  <a:srgbClr val="9CDCFE"/>
                </a:solidFill>
                <a:latin typeface="Consolas"/>
              </a:rPr>
              <a:t>page_size</a:t>
            </a:r>
            <a:r>
              <a:rPr sz="1800">
                <a:solidFill>
                  <a:srgbClr val="D4D4D4"/>
                </a:solidFill>
                <a:latin typeface="Consolas"/>
              </a:rPr>
              <a:t>]</a:t>
            </a:r>
            <a:r>
              <a:rPr sz="1800">
                <a:solidFill>
                  <a:srgbClr val="D4D4D4"/>
                </a:solidFill>
                <a:latin typeface="Consolas"/>
              </a:rPr>
              <a:t>)</a:t>
            </a:r>
            <a:r>
              <a:rPr sz="1800">
                <a:solidFill>
                  <a:srgbClr val="D4D4D4"/>
                </a:solidFill>
                <a:latin typeface="Consolas"/>
              </a:rPr>
              <a:t>           </a:t>
            </a:r>
            <a:r>
              <a:rPr sz="1800">
                <a:solidFill>
                  <a:srgbClr val="6A9955"/>
                </a:solidFill>
                <a:latin typeface="Consolas"/>
              </a:rPr>
              <a:t># stops BEFORE 6</a:t>
            </a:r>
          </a:p>
          <a:p>
            <a:pPr>
              <a:lnSpc>
                <a:spcPct val="110000"/>
              </a:lnSpc>
            </a:pPr>
            <a:r>
              <a:rPr sz="1800">
                <a:solidFill>
                  <a:srgbClr val="4EC9B0"/>
                </a:solidFill>
                <a:latin typeface="Consolas"/>
              </a:rPr>
              <a:t>print</a:t>
            </a:r>
            <a:r>
              <a:rPr sz="1800">
                <a:solidFill>
                  <a:srgbClr val="D4D4D4"/>
                </a:solidFill>
                <a:latin typeface="Consolas"/>
              </a:rPr>
              <a:t>(</a:t>
            </a:r>
            <a:r>
              <a:rPr sz="1800">
                <a:solidFill>
                  <a:srgbClr val="9CDCFE"/>
                </a:solidFill>
                <a:latin typeface="Consolas"/>
              </a:rPr>
              <a:t>songs</a:t>
            </a:r>
            <a:r>
              <a:rPr sz="1800">
                <a:solidFill>
                  <a:srgbClr val="D4D4D4"/>
                </a:solidFill>
                <a:latin typeface="Consolas"/>
              </a:rPr>
              <a:t>[</a:t>
            </a:r>
            <a:r>
              <a:rPr sz="1800">
                <a:solidFill>
                  <a:srgbClr val="B5CEA8"/>
                </a:solidFill>
                <a:latin typeface="Consolas"/>
              </a:rPr>
              <a:t>6</a:t>
            </a:r>
            <a:r>
              <a:rPr sz="1800">
                <a:solidFill>
                  <a:srgbClr val="D4D4D4"/>
                </a:solidFill>
                <a:latin typeface="Consolas"/>
              </a:rPr>
              <a:t>:</a:t>
            </a:r>
            <a:r>
              <a:rPr sz="1800">
                <a:solidFill>
                  <a:srgbClr val="B5CEA8"/>
                </a:solidFill>
                <a:latin typeface="Consolas"/>
              </a:rPr>
              <a:t>9</a:t>
            </a:r>
            <a:r>
              <a:rPr sz="1800">
                <a:solidFill>
                  <a:srgbClr val="D4D4D4"/>
                </a:solidFill>
                <a:latin typeface="Consolas"/>
              </a:rPr>
              <a:t>]</a:t>
            </a:r>
            <a:r>
              <a:rPr sz="1800">
                <a:solidFill>
                  <a:srgbClr val="D4D4D4"/>
                </a:solidFill>
                <a:latin typeface="Consolas"/>
              </a:rPr>
              <a:t>)</a:t>
            </a:r>
            <a:r>
              <a:rPr sz="1800">
                <a:solidFill>
                  <a:srgbClr val="D4D4D4"/>
                </a:solidFill>
                <a:latin typeface="Consolas"/>
              </a:rPr>
              <a:t>                               </a:t>
            </a:r>
            <a:r>
              <a:rPr sz="1800">
                <a:solidFill>
                  <a:srgbClr val="6A9955"/>
                </a:solidFill>
                <a:latin typeface="Consolas"/>
              </a:rPr>
              <a:t># past the end: shorter</a:t>
            </a:r>
          </a:p>
          <a:p>
            <a:pPr>
              <a:lnSpc>
                <a:spcPct val="110000"/>
              </a:lnSpc>
            </a:pPr>
            <a:r>
              <a:rPr sz="1800">
                <a:solidFill>
                  <a:srgbClr val="4EC9B0"/>
                </a:solidFill>
                <a:latin typeface="Consolas"/>
              </a:rPr>
              <a:t>print</a:t>
            </a:r>
            <a:r>
              <a:rPr sz="1800">
                <a:solidFill>
                  <a:srgbClr val="D4D4D4"/>
                </a:solidFill>
                <a:latin typeface="Consolas"/>
              </a:rPr>
              <a:t>(</a:t>
            </a:r>
            <a:r>
              <a:rPr sz="1800">
                <a:solidFill>
                  <a:srgbClr val="9CDCFE"/>
                </a:solidFill>
                <a:latin typeface="Consolas"/>
              </a:rPr>
              <a:t>page</a:t>
            </a:r>
            <a:r>
              <a:rPr sz="1800">
                <a:solidFill>
                  <a:srgbClr val="D4D4D4"/>
                </a:solidFill>
                <a:latin typeface="Consolas"/>
              </a:rPr>
              <a:t> </a:t>
            </a:r>
            <a:r>
              <a:rPr sz="1800">
                <a:solidFill>
                  <a:srgbClr val="D4D4D4"/>
                </a:solidFill>
                <a:latin typeface="Consolas"/>
              </a:rPr>
              <a:t>+</a:t>
            </a:r>
            <a:r>
              <a:rPr sz="1800">
                <a:solidFill>
                  <a:srgbClr val="D4D4D4"/>
                </a:solidFill>
                <a:latin typeface="Consolas"/>
              </a:rPr>
              <a:t> </a:t>
            </a:r>
            <a:r>
              <a:rPr sz="1800">
                <a:solidFill>
                  <a:srgbClr val="B5CEA8"/>
                </a:solidFill>
                <a:latin typeface="Consolas"/>
              </a:rPr>
              <a:t>1</a:t>
            </a:r>
            <a:r>
              <a:rPr sz="1800">
                <a:solidFill>
                  <a:srgbClr val="D4D4D4"/>
                </a:solidFill>
                <a:latin typeface="Consolas"/>
              </a:rPr>
              <a:t> </a:t>
            </a:r>
            <a:r>
              <a:rPr sz="1800">
                <a:solidFill>
                  <a:srgbClr val="C586C0"/>
                </a:solidFill>
                <a:latin typeface="Consolas"/>
              </a:rPr>
              <a:t>if</a:t>
            </a:r>
            <a:r>
              <a:rPr sz="1800">
                <a:solidFill>
                  <a:srgbClr val="D4D4D4"/>
                </a:solidFill>
                <a:latin typeface="Consolas"/>
              </a:rPr>
              <a:t> </a:t>
            </a:r>
            <a:r>
              <a:rPr sz="1800">
                <a:solidFill>
                  <a:srgbClr val="9CDCFE"/>
                </a:solidFill>
                <a:latin typeface="Consolas"/>
              </a:rPr>
              <a:t>page</a:t>
            </a:r>
            <a:r>
              <a:rPr sz="1800">
                <a:solidFill>
                  <a:srgbClr val="D4D4D4"/>
                </a:solidFill>
                <a:latin typeface="Consolas"/>
              </a:rPr>
              <a:t> </a:t>
            </a:r>
            <a:r>
              <a:rPr sz="1800">
                <a:solidFill>
                  <a:srgbClr val="D4D4D4"/>
                </a:solidFill>
                <a:latin typeface="Consolas"/>
              </a:rPr>
              <a:t>&lt;</a:t>
            </a:r>
            <a:r>
              <a:rPr sz="1800">
                <a:solidFill>
                  <a:srgbClr val="D4D4D4"/>
                </a:solidFill>
                <a:latin typeface="Consolas"/>
              </a:rPr>
              <a:t> </a:t>
            </a:r>
            <a:r>
              <a:rPr sz="1800">
                <a:solidFill>
                  <a:srgbClr val="9CDCFE"/>
                </a:solidFill>
                <a:latin typeface="Consolas"/>
              </a:rPr>
              <a:t>last_page</a:t>
            </a:r>
            <a:r>
              <a:rPr sz="1800">
                <a:solidFill>
                  <a:srgbClr val="D4D4D4"/>
                </a:solidFill>
                <a:latin typeface="Consolas"/>
              </a:rPr>
              <a:t> </a:t>
            </a:r>
            <a:r>
              <a:rPr sz="1800">
                <a:solidFill>
                  <a:srgbClr val="C586C0"/>
                </a:solidFill>
                <a:latin typeface="Consolas"/>
              </a:rPr>
              <a:t>else</a:t>
            </a:r>
            <a:r>
              <a:rPr sz="1800">
                <a:solidFill>
                  <a:srgbClr val="D4D4D4"/>
                </a:solidFill>
                <a:latin typeface="Consolas"/>
              </a:rPr>
              <a:t> </a:t>
            </a:r>
            <a:r>
              <a:rPr sz="1800">
                <a:solidFill>
                  <a:srgbClr val="C586C0"/>
                </a:solidFill>
                <a:latin typeface="Consolas"/>
              </a:rPr>
              <a:t>None</a:t>
            </a:r>
            <a:r>
              <a:rPr sz="1800">
                <a:solidFill>
                  <a:srgbClr val="D4D4D4"/>
                </a:solidFill>
                <a:latin typeface="Consolas"/>
              </a:rPr>
              <a:t>)</a:t>
            </a:r>
            <a:r>
              <a:rPr sz="1800">
                <a:solidFill>
                  <a:srgbClr val="D4D4D4"/>
                </a:solidFill>
                <a:latin typeface="Consolas"/>
              </a:rPr>
              <a:t>   </a:t>
            </a:r>
            <a:r>
              <a:rPr sz="1800">
                <a:solidFill>
                  <a:srgbClr val="6A9955"/>
                </a:solidFill>
                <a:latin typeface="Consolas"/>
              </a:rPr>
              <a:t># next page</a:t>
            </a:r>
          </a:p>
          <a:p>
            <a:pPr>
              <a:lnSpc>
                <a:spcPct val="110000"/>
              </a:lnSpc>
            </a:pPr>
            <a:r>
              <a:rPr sz="1800">
                <a:solidFill>
                  <a:srgbClr val="4EC9B0"/>
                </a:solidFill>
                <a:latin typeface="Consolas"/>
              </a:rPr>
              <a:t>print</a:t>
            </a:r>
            <a:r>
              <a:rPr sz="1800">
                <a:solidFill>
                  <a:srgbClr val="D4D4D4"/>
                </a:solidFill>
                <a:latin typeface="Consolas"/>
              </a:rPr>
              <a:t>(</a:t>
            </a:r>
            <a:r>
              <a:rPr sz="1800">
                <a:solidFill>
                  <a:srgbClr val="9CDCFE"/>
                </a:solidFill>
                <a:latin typeface="Consolas"/>
              </a:rPr>
              <a:t>page</a:t>
            </a:r>
            <a:r>
              <a:rPr sz="1800">
                <a:solidFill>
                  <a:srgbClr val="D4D4D4"/>
                </a:solidFill>
                <a:latin typeface="Consolas"/>
              </a:rPr>
              <a:t> </a:t>
            </a:r>
            <a:r>
              <a:rPr sz="1800">
                <a:solidFill>
                  <a:srgbClr val="D4D4D4"/>
                </a:solidFill>
                <a:latin typeface="Consolas"/>
              </a:rPr>
              <a:t>-</a:t>
            </a:r>
            <a:r>
              <a:rPr sz="1800">
                <a:solidFill>
                  <a:srgbClr val="D4D4D4"/>
                </a:solidFill>
                <a:latin typeface="Consolas"/>
              </a:rPr>
              <a:t> </a:t>
            </a:r>
            <a:r>
              <a:rPr sz="1800">
                <a:solidFill>
                  <a:srgbClr val="B5CEA8"/>
                </a:solidFill>
                <a:latin typeface="Consolas"/>
              </a:rPr>
              <a:t>1</a:t>
            </a:r>
            <a:r>
              <a:rPr sz="1800">
                <a:solidFill>
                  <a:srgbClr val="D4D4D4"/>
                </a:solidFill>
                <a:latin typeface="Consolas"/>
              </a:rPr>
              <a:t> </a:t>
            </a:r>
            <a:r>
              <a:rPr sz="1800">
                <a:solidFill>
                  <a:srgbClr val="C586C0"/>
                </a:solidFill>
                <a:latin typeface="Consolas"/>
              </a:rPr>
              <a:t>if</a:t>
            </a:r>
            <a:r>
              <a:rPr sz="1800">
                <a:solidFill>
                  <a:srgbClr val="D4D4D4"/>
                </a:solidFill>
                <a:latin typeface="Consolas"/>
              </a:rPr>
              <a:t> </a:t>
            </a:r>
            <a:r>
              <a:rPr sz="1800">
                <a:solidFill>
                  <a:srgbClr val="9CDCFE"/>
                </a:solidFill>
                <a:latin typeface="Consolas"/>
              </a:rPr>
              <a:t>page</a:t>
            </a:r>
            <a:r>
              <a:rPr sz="1800">
                <a:solidFill>
                  <a:srgbClr val="D4D4D4"/>
                </a:solidFill>
                <a:latin typeface="Consolas"/>
              </a:rPr>
              <a:t> </a:t>
            </a:r>
            <a:r>
              <a:rPr sz="1800">
                <a:solidFill>
                  <a:srgbClr val="D4D4D4"/>
                </a:solidFill>
                <a:latin typeface="Consolas"/>
              </a:rPr>
              <a:t>&gt;</a:t>
            </a:r>
            <a:r>
              <a:rPr sz="1800">
                <a:solidFill>
                  <a:srgbClr val="D4D4D4"/>
                </a:solidFill>
                <a:latin typeface="Consolas"/>
              </a:rPr>
              <a:t> </a:t>
            </a:r>
            <a:r>
              <a:rPr sz="1800">
                <a:solidFill>
                  <a:srgbClr val="B5CEA8"/>
                </a:solidFill>
                <a:latin typeface="Consolas"/>
              </a:rPr>
              <a:t>1</a:t>
            </a:r>
            <a:r>
              <a:rPr sz="1800">
                <a:solidFill>
                  <a:srgbClr val="D4D4D4"/>
                </a:solidFill>
                <a:latin typeface="Consolas"/>
              </a:rPr>
              <a:t> </a:t>
            </a:r>
            <a:r>
              <a:rPr sz="1800">
                <a:solidFill>
                  <a:srgbClr val="C586C0"/>
                </a:solidFill>
                <a:latin typeface="Consolas"/>
              </a:rPr>
              <a:t>else</a:t>
            </a:r>
            <a:r>
              <a:rPr sz="1800">
                <a:solidFill>
                  <a:srgbClr val="D4D4D4"/>
                </a:solidFill>
                <a:latin typeface="Consolas"/>
              </a:rPr>
              <a:t> </a:t>
            </a:r>
            <a:r>
              <a:rPr sz="1800">
                <a:solidFill>
                  <a:srgbClr val="C586C0"/>
                </a:solidFill>
                <a:latin typeface="Consolas"/>
              </a:rPr>
              <a:t>None</a:t>
            </a:r>
            <a:r>
              <a:rPr sz="1800">
                <a:solidFill>
                  <a:srgbClr val="D4D4D4"/>
                </a:solidFill>
                <a:latin typeface="Consolas"/>
              </a:rPr>
              <a:t>)</a:t>
            </a:r>
            <a:r>
              <a:rPr sz="1800">
                <a:solidFill>
                  <a:srgbClr val="D4D4D4"/>
                </a:solidFill>
                <a:latin typeface="Consolas"/>
              </a:rPr>
              <a:t>           </a:t>
            </a:r>
            <a:r>
              <a:rPr sz="1800">
                <a:solidFill>
                  <a:srgbClr val="6A9955"/>
                </a:solidFill>
                <a:latin typeface="Consolas"/>
              </a:rPr>
              <a:t># previous page</a:t>
            </a:r>
          </a:p>
          <a:p>
            <a:pPr>
              <a:lnSpc>
                <a:spcPct val="110000"/>
              </a:lnSpc>
            </a:pPr>
          </a:p>
        </p:txBody>
      </p:sp>
      <p:sp>
        <p:nvSpPr>
          <p:cNvPr id="8" name="Rounded Rectangle 7"/>
          <p:cNvSpPr/>
          <p:nvPr/>
        </p:nvSpPr>
        <p:spPr>
          <a:xfrm>
            <a:off x="640080" y="4498848"/>
            <a:ext cx="10911535" cy="1673352"/>
          </a:xfrm>
          <a:prstGeom prst="roundRect">
            <a:avLst>
              <a:gd name="adj" fmla="val 6000"/>
            </a:avLst>
          </a:prstGeom>
          <a:solidFill>
            <a:srgbClr val="2A2D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4700016"/>
            <a:ext cx="10362895" cy="1307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400"/>
              </a:spcAft>
            </a:pPr>
            <a:r>
              <a:rPr sz="1100" b="1">
                <a:solidFill>
                  <a:srgbClr val="9AA4B5"/>
                </a:solidFill>
                <a:latin typeface="Segoe UI"/>
              </a:rPr>
              <a:t>OUTPUT</a:t>
            </a:r>
          </a:p>
          <a:p>
            <a:pPr>
              <a:lnSpc>
                <a:spcPct val="110000"/>
              </a:lnSpc>
            </a:pPr>
            <a:r>
              <a:rPr sz="1800">
                <a:solidFill>
                  <a:srgbClr val="D4D4D4"/>
                </a:solidFill>
                <a:latin typeface="Consolas"/>
              </a:rPr>
              <a:t>[</a:t>
            </a:r>
            <a:r>
              <a:rPr sz="1800">
                <a:solidFill>
                  <a:srgbClr val="D4D4D4"/>
                </a:solidFill>
                <a:latin typeface="Consolas"/>
              </a:rPr>
              <a:t>'</a:t>
            </a:r>
            <a:r>
              <a:rPr sz="1800">
                <a:solidFill>
                  <a:srgbClr val="D4D4D4"/>
                </a:solidFill>
                <a:latin typeface="Consolas"/>
              </a:rPr>
              <a:t>s4</a:t>
            </a:r>
            <a:r>
              <a:rPr sz="1800">
                <a:solidFill>
                  <a:srgbClr val="D4D4D4"/>
                </a:solidFill>
                <a:latin typeface="Consolas"/>
              </a:rPr>
              <a:t>'</a:t>
            </a:r>
            <a:r>
              <a:rPr sz="1800">
                <a:solidFill>
                  <a:srgbClr val="D4D4D4"/>
                </a:solidFill>
                <a:latin typeface="Consolas"/>
              </a:rPr>
              <a:t>,</a:t>
            </a:r>
            <a:r>
              <a:rPr sz="1800">
                <a:solidFill>
                  <a:srgbClr val="D4D4D4"/>
                </a:solidFill>
                <a:latin typeface="Consolas"/>
              </a:rPr>
              <a:t> </a:t>
            </a:r>
            <a:r>
              <a:rPr sz="1800">
                <a:solidFill>
                  <a:srgbClr val="D4D4D4"/>
                </a:solidFill>
                <a:latin typeface="Consolas"/>
              </a:rPr>
              <a:t>'</a:t>
            </a:r>
            <a:r>
              <a:rPr sz="1800">
                <a:solidFill>
                  <a:srgbClr val="D4D4D4"/>
                </a:solidFill>
                <a:latin typeface="Consolas"/>
              </a:rPr>
              <a:t>s5</a:t>
            </a:r>
            <a:r>
              <a:rPr sz="1800">
                <a:solidFill>
                  <a:srgbClr val="D4D4D4"/>
                </a:solidFill>
                <a:latin typeface="Consolas"/>
              </a:rPr>
              <a:t>'</a:t>
            </a:r>
            <a:r>
              <a:rPr sz="1800">
                <a:solidFill>
                  <a:srgbClr val="D4D4D4"/>
                </a:solidFill>
                <a:latin typeface="Consolas"/>
              </a:rPr>
              <a:t>,</a:t>
            </a:r>
            <a:r>
              <a:rPr sz="1800">
                <a:solidFill>
                  <a:srgbClr val="D4D4D4"/>
                </a:solidFill>
                <a:latin typeface="Consolas"/>
              </a:rPr>
              <a:t> </a:t>
            </a:r>
            <a:r>
              <a:rPr sz="1800">
                <a:solidFill>
                  <a:srgbClr val="D4D4D4"/>
                </a:solidFill>
                <a:latin typeface="Consolas"/>
              </a:rPr>
              <a:t>'</a:t>
            </a:r>
            <a:r>
              <a:rPr sz="1800">
                <a:solidFill>
                  <a:srgbClr val="D4D4D4"/>
                </a:solidFill>
                <a:latin typeface="Consolas"/>
              </a:rPr>
              <a:t>s6</a:t>
            </a:r>
            <a:r>
              <a:rPr sz="1800">
                <a:solidFill>
                  <a:srgbClr val="D4D4D4"/>
                </a:solidFill>
                <a:latin typeface="Consolas"/>
              </a:rPr>
              <a:t>'</a:t>
            </a:r>
            <a:r>
              <a:rPr sz="1800">
                <a:solidFill>
                  <a:srgbClr val="D4D4D4"/>
                </a:solidFill>
                <a:latin typeface="Consolas"/>
              </a:rPr>
              <a:t>]</a:t>
            </a:r>
          </a:p>
          <a:p>
            <a:pPr>
              <a:lnSpc>
                <a:spcPct val="110000"/>
              </a:lnSpc>
            </a:pPr>
            <a:r>
              <a:rPr sz="1800">
                <a:solidFill>
                  <a:srgbClr val="D4D4D4"/>
                </a:solidFill>
                <a:latin typeface="Consolas"/>
              </a:rPr>
              <a:t>[</a:t>
            </a:r>
            <a:r>
              <a:rPr sz="1800">
                <a:solidFill>
                  <a:srgbClr val="D4D4D4"/>
                </a:solidFill>
                <a:latin typeface="Consolas"/>
              </a:rPr>
              <a:t>'</a:t>
            </a:r>
            <a:r>
              <a:rPr sz="1800">
                <a:solidFill>
                  <a:srgbClr val="D4D4D4"/>
                </a:solidFill>
                <a:latin typeface="Consolas"/>
              </a:rPr>
              <a:t>s7</a:t>
            </a:r>
            <a:r>
              <a:rPr sz="1800">
                <a:solidFill>
                  <a:srgbClr val="D4D4D4"/>
                </a:solidFill>
                <a:latin typeface="Consolas"/>
              </a:rPr>
              <a:t>'</a:t>
            </a:r>
            <a:r>
              <a:rPr sz="1800">
                <a:solidFill>
                  <a:srgbClr val="D4D4D4"/>
                </a:solidFill>
                <a:latin typeface="Consolas"/>
              </a:rPr>
              <a:t>]</a:t>
            </a:r>
          </a:p>
          <a:p>
            <a:pPr>
              <a:lnSpc>
                <a:spcPct val="110000"/>
              </a:lnSpc>
            </a:pPr>
            <a:r>
              <a:rPr sz="1800">
                <a:solidFill>
                  <a:srgbClr val="D4D4D4"/>
                </a:solidFill>
                <a:latin typeface="Consolas"/>
              </a:rPr>
              <a:t>3</a:t>
            </a:r>
          </a:p>
          <a:p>
            <a:pPr>
              <a:lnSpc>
                <a:spcPct val="110000"/>
              </a:lnSpc>
            </a:pPr>
            <a:r>
              <a:rPr sz="1800">
                <a:solidFill>
                  <a:srgbClr val="D4D4D4"/>
                </a:solidFill>
                <a:latin typeface="Consolas"/>
              </a:rPr>
              <a:t>1</a:t>
            </a:r>
          </a:p>
          <a:p>
            <a:pPr>
              <a:lnSpc>
                <a:spcPct val="110000"/>
              </a:lnSpc>
            </a:p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8A4F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0"/>
            <a:ext cx="1091153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1100" b="0">
                <a:solidFill>
                  <a:srgbClr val="5D6778"/>
                </a:solidFill>
                <a:latin typeface="Segoe UI"/>
              </a:rPr>
              <a:t>Backend Lab  ·  Exercise 10  ·  Paginate a list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37215" y="640080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600"/>
              </a:spcAft>
            </a:pPr>
            <a:r>
              <a:rPr sz="1100" b="0">
                <a:solidFill>
                  <a:srgbClr val="5D6778"/>
                </a:solidFill>
                <a:latin typeface="Segoe UI"/>
              </a:rPr>
              <a:t>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411480"/>
            <a:ext cx="10911535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3200" b="1">
                <a:solidFill>
                  <a:srgbClr val="1C2330"/>
                </a:solidFill>
                <a:latin typeface="Segoe UI"/>
              </a:rPr>
              <a:t>Your task, step by step</a:t>
            </a:r>
          </a:p>
        </p:txBody>
      </p:sp>
      <p:sp>
        <p:nvSpPr>
          <p:cNvPr id="6" name="Oval 5"/>
          <p:cNvSpPr/>
          <p:nvPr/>
        </p:nvSpPr>
        <p:spPr>
          <a:xfrm>
            <a:off x="640080" y="1609997"/>
            <a:ext cx="457200" cy="457200"/>
          </a:xfrm>
          <a:prstGeom prst="ellipse">
            <a:avLst/>
          </a:prstGeom>
          <a:solidFill>
            <a:srgbClr val="8A4F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25880" y="1508760"/>
            <a:ext cx="8259775" cy="65967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1900" b="0">
                <a:solidFill>
                  <a:srgbClr val="1C2330"/>
                </a:solidFill>
                <a:latin typeface="Segoe UI"/>
              </a:rPr>
              <a:t>Turn </a:t>
            </a:r>
            <a:r>
              <a:rPr sz="1900" b="0">
                <a:solidFill>
                  <a:srgbClr val="6A3FC0"/>
                </a:solidFill>
                <a:latin typeface="Consolas"/>
              </a:rPr>
              <a:t>page</a:t>
            </a:r>
            <a:r>
              <a:rPr sz="1900" b="0">
                <a:solidFill>
                  <a:srgbClr val="1C2330"/>
                </a:solidFill>
                <a:latin typeface="Segoe UI"/>
              </a:rPr>
              <a:t> into a number with </a:t>
            </a:r>
            <a:r>
              <a:rPr sz="1900" b="0">
                <a:solidFill>
                  <a:srgbClr val="6A3FC0"/>
                </a:solidFill>
                <a:latin typeface="Consolas"/>
              </a:rPr>
              <a:t>int</a:t>
            </a:r>
            <a:r>
              <a:rPr sz="1900" b="0">
                <a:solidFill>
                  <a:srgbClr val="1C2330"/>
                </a:solidFill>
                <a:latin typeface="Segoe UI"/>
              </a:rPr>
              <a:t>; raise </a:t>
            </a:r>
            <a:r>
              <a:rPr sz="1900" b="0">
                <a:solidFill>
                  <a:srgbClr val="6A3FC0"/>
                </a:solidFill>
                <a:latin typeface="Consolas"/>
              </a:rPr>
              <a:t>ValueError</a:t>
            </a:r>
            <a:r>
              <a:rPr sz="1900" b="0">
                <a:solidFill>
                  <a:srgbClr val="1C2330"/>
                </a:solidFill>
                <a:latin typeface="Segoe UI"/>
              </a:rPr>
              <a:t> if bad or below 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722815" y="1508760"/>
            <a:ext cx="1828800" cy="65967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spcAft>
                <a:spcPts val="600"/>
              </a:spcAft>
            </a:pPr>
            <a:r>
              <a:rPr sz="1500" b="1">
                <a:solidFill>
                  <a:srgbClr val="2F6FDF"/>
                </a:solidFill>
                <a:latin typeface="Segoe UI"/>
              </a:rPr>
              <a:t>→ test 5</a:t>
            </a:r>
          </a:p>
        </p:txBody>
      </p:sp>
      <p:sp>
        <p:nvSpPr>
          <p:cNvPr id="9" name="Oval 8"/>
          <p:cNvSpPr/>
          <p:nvPr/>
        </p:nvSpPr>
        <p:spPr>
          <a:xfrm>
            <a:off x="640080" y="2269671"/>
            <a:ext cx="457200" cy="457200"/>
          </a:xfrm>
          <a:prstGeom prst="ellipse">
            <a:avLst/>
          </a:prstGeom>
          <a:solidFill>
            <a:srgbClr val="8A4F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25880" y="2168434"/>
            <a:ext cx="8259775" cy="65967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1900" b="0">
                <a:solidFill>
                  <a:srgbClr val="1C2330"/>
                </a:solidFill>
                <a:latin typeface="Segoe UI"/>
              </a:rPr>
              <a:t>Do the same for </a:t>
            </a:r>
            <a:r>
              <a:rPr sz="1900" b="0">
                <a:solidFill>
                  <a:srgbClr val="6A3FC0"/>
                </a:solidFill>
                <a:latin typeface="Consolas"/>
              </a:rPr>
              <a:t>page_size</a:t>
            </a:r>
            <a:r>
              <a:rPr sz="1900" b="0">
                <a:solidFill>
                  <a:srgbClr val="1C2330"/>
                </a:solidFill>
                <a:latin typeface="Segoe UI"/>
              </a:rPr>
              <a:t> (a small helper saves writing it twice)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722815" y="2168434"/>
            <a:ext cx="1828800" cy="65967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spcAft>
                <a:spcPts val="600"/>
              </a:spcAft>
            </a:pPr>
            <a:r>
              <a:rPr sz="1500" b="1">
                <a:solidFill>
                  <a:srgbClr val="2F6FDF"/>
                </a:solidFill>
                <a:latin typeface="Segoe UI"/>
              </a:rPr>
              <a:t>→ tests 4-5</a:t>
            </a:r>
          </a:p>
        </p:txBody>
      </p:sp>
      <p:sp>
        <p:nvSpPr>
          <p:cNvPr id="12" name="Oval 11"/>
          <p:cNvSpPr/>
          <p:nvPr/>
        </p:nvSpPr>
        <p:spPr>
          <a:xfrm>
            <a:off x="640080" y="2929345"/>
            <a:ext cx="457200" cy="457200"/>
          </a:xfrm>
          <a:prstGeom prst="ellipse">
            <a:avLst/>
          </a:prstGeom>
          <a:solidFill>
            <a:srgbClr val="8A4F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25880" y="2828108"/>
            <a:ext cx="8259775" cy="65967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1900" b="0">
                <a:solidFill>
                  <a:srgbClr val="1C2330"/>
                </a:solidFill>
                <a:latin typeface="Segoe UI"/>
              </a:rPr>
              <a:t>Clamp first: </a:t>
            </a:r>
            <a:r>
              <a:rPr sz="1900" b="0">
                <a:solidFill>
                  <a:srgbClr val="6A3FC0"/>
                </a:solidFill>
                <a:latin typeface="Consolas"/>
              </a:rPr>
              <a:t>page_size = min(page_size, max_page_size)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722815" y="2828108"/>
            <a:ext cx="1828800" cy="65967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spcAft>
                <a:spcPts val="600"/>
              </a:spcAft>
            </a:pPr>
            <a:r>
              <a:rPr sz="1500" b="1">
                <a:solidFill>
                  <a:srgbClr val="2F6FDF"/>
                </a:solidFill>
                <a:latin typeface="Segoe UI"/>
              </a:rPr>
              <a:t>→ test 6</a:t>
            </a:r>
          </a:p>
        </p:txBody>
      </p:sp>
      <p:sp>
        <p:nvSpPr>
          <p:cNvPr id="15" name="Oval 14"/>
          <p:cNvSpPr/>
          <p:nvPr/>
        </p:nvSpPr>
        <p:spPr>
          <a:xfrm>
            <a:off x="640080" y="3589019"/>
            <a:ext cx="457200" cy="457200"/>
          </a:xfrm>
          <a:prstGeom prst="ellipse">
            <a:avLst/>
          </a:prstGeom>
          <a:solidFill>
            <a:srgbClr val="8A4F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25880" y="3487782"/>
            <a:ext cx="8259775" cy="65967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1900" b="0">
                <a:solidFill>
                  <a:srgbClr val="6A3FC0"/>
                </a:solidFill>
                <a:latin typeface="Consolas"/>
              </a:rPr>
              <a:t>count = len(items)</a:t>
            </a:r>
            <a:r>
              <a:rPr sz="1900" b="0">
                <a:solidFill>
                  <a:srgbClr val="1C2330"/>
                </a:solidFill>
                <a:latin typeface="Segoe UI"/>
              </a:rPr>
              <a:t>; </a:t>
            </a:r>
            <a:r>
              <a:rPr sz="1900" b="0">
                <a:solidFill>
                  <a:srgbClr val="6A3FC0"/>
                </a:solidFill>
                <a:latin typeface="Consolas"/>
              </a:rPr>
              <a:t>total_pages = max(1, math.ceil(...))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722815" y="3487782"/>
            <a:ext cx="1828800" cy="65967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spcAft>
                <a:spcPts val="600"/>
              </a:spcAft>
            </a:pPr>
            <a:r>
              <a:rPr sz="1500" b="1">
                <a:solidFill>
                  <a:srgbClr val="2F6FDF"/>
                </a:solidFill>
                <a:latin typeface="Segoe UI"/>
              </a:rPr>
              <a:t>→ tests 1, 8</a:t>
            </a:r>
          </a:p>
        </p:txBody>
      </p:sp>
      <p:sp>
        <p:nvSpPr>
          <p:cNvPr id="18" name="Oval 17"/>
          <p:cNvSpPr/>
          <p:nvPr/>
        </p:nvSpPr>
        <p:spPr>
          <a:xfrm>
            <a:off x="640080" y="4248693"/>
            <a:ext cx="457200" cy="457200"/>
          </a:xfrm>
          <a:prstGeom prst="ellipse">
            <a:avLst/>
          </a:prstGeom>
          <a:solidFill>
            <a:srgbClr val="8A4F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25880" y="4147456"/>
            <a:ext cx="8259775" cy="65967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1900" b="0">
                <a:solidFill>
                  <a:srgbClr val="1C2330"/>
                </a:solidFill>
                <a:latin typeface="Segoe UI"/>
              </a:rPr>
              <a:t>If </a:t>
            </a:r>
            <a:r>
              <a:rPr sz="1900" b="0">
                <a:solidFill>
                  <a:srgbClr val="6A3FC0"/>
                </a:solidFill>
                <a:latin typeface="Consolas"/>
              </a:rPr>
              <a:t>page &gt; total_pages</a:t>
            </a:r>
            <a:r>
              <a:rPr sz="1900" b="0">
                <a:solidFill>
                  <a:srgbClr val="1C2330"/>
                </a:solidFill>
                <a:latin typeface="Segoe UI"/>
              </a:rPr>
              <a:t>, raise </a:t>
            </a:r>
            <a:r>
              <a:rPr sz="1900" b="0">
                <a:solidFill>
                  <a:srgbClr val="6A3FC0"/>
                </a:solidFill>
                <a:latin typeface="Consolas"/>
              </a:rPr>
              <a:t>ValueError("Invalid page.")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722815" y="4147456"/>
            <a:ext cx="1828800" cy="65967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spcAft>
                <a:spcPts val="600"/>
              </a:spcAft>
            </a:pPr>
            <a:r>
              <a:rPr sz="1500" b="1">
                <a:solidFill>
                  <a:srgbClr val="2F6FDF"/>
                </a:solidFill>
                <a:latin typeface="Segoe UI"/>
              </a:rPr>
              <a:t>→ test 7</a:t>
            </a:r>
          </a:p>
        </p:txBody>
      </p:sp>
      <p:sp>
        <p:nvSpPr>
          <p:cNvPr id="21" name="Oval 20"/>
          <p:cNvSpPr/>
          <p:nvPr/>
        </p:nvSpPr>
        <p:spPr>
          <a:xfrm>
            <a:off x="640080" y="4908367"/>
            <a:ext cx="457200" cy="457200"/>
          </a:xfrm>
          <a:prstGeom prst="ellipse">
            <a:avLst/>
          </a:prstGeom>
          <a:solidFill>
            <a:srgbClr val="8A4F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FFFFFF"/>
                </a:solidFill>
              </a:rPr>
              <a:t>6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325880" y="4807130"/>
            <a:ext cx="8259775" cy="65967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1900" b="0">
                <a:solidFill>
                  <a:srgbClr val="1C2330"/>
                </a:solidFill>
                <a:latin typeface="Segoe UI"/>
              </a:rPr>
              <a:t>Slice from </a:t>
            </a:r>
            <a:r>
              <a:rPr sz="1900" b="0">
                <a:solidFill>
                  <a:srgbClr val="6A3FC0"/>
                </a:solidFill>
                <a:latin typeface="Consolas"/>
              </a:rPr>
              <a:t>(page - 1) * page_size</a:t>
            </a:r>
            <a:r>
              <a:rPr sz="1900" b="0">
                <a:solidFill>
                  <a:srgbClr val="1C2330"/>
                </a:solidFill>
                <a:latin typeface="Segoe UI"/>
              </a:rPr>
              <a:t>; work out next and previous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722815" y="4807130"/>
            <a:ext cx="1828800" cy="65967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spcAft>
                <a:spcPts val="600"/>
              </a:spcAft>
            </a:pPr>
            <a:r>
              <a:rPr sz="1500" b="1">
                <a:solidFill>
                  <a:srgbClr val="2F6FDF"/>
                </a:solidFill>
                <a:latin typeface="Segoe UI"/>
              </a:rPr>
              <a:t>→ tests 1-3</a:t>
            </a:r>
          </a:p>
        </p:txBody>
      </p:sp>
      <p:sp>
        <p:nvSpPr>
          <p:cNvPr id="24" name="Oval 23"/>
          <p:cNvSpPr/>
          <p:nvPr/>
        </p:nvSpPr>
        <p:spPr>
          <a:xfrm>
            <a:off x="640080" y="5568041"/>
            <a:ext cx="457200" cy="457200"/>
          </a:xfrm>
          <a:prstGeom prst="ellipse">
            <a:avLst/>
          </a:prstGeom>
          <a:solidFill>
            <a:srgbClr val="8A4F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FFFFFF"/>
                </a:solidFill>
              </a:rPr>
              <a:t>7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325880" y="5466804"/>
            <a:ext cx="8259775" cy="65967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1900" b="0">
                <a:solidFill>
                  <a:srgbClr val="1C2330"/>
                </a:solidFill>
                <a:latin typeface="Segoe UI"/>
              </a:rPr>
              <a:t>Return one dict with all six keys, using the </a:t>
            </a:r>
            <a:r>
              <a:rPr sz="1900" b="1">
                <a:solidFill>
                  <a:srgbClr val="1C2330"/>
                </a:solidFill>
                <a:latin typeface="Segoe UI"/>
              </a:rPr>
              <a:t>number</a:t>
            </a:r>
            <a:r>
              <a:rPr sz="1900" b="0">
                <a:solidFill>
                  <a:srgbClr val="1C2330"/>
                </a:solidFill>
                <a:latin typeface="Segoe UI"/>
              </a:rPr>
              <a:t> </a:t>
            </a:r>
            <a:r>
              <a:rPr sz="1900" b="0">
                <a:solidFill>
                  <a:srgbClr val="6A3FC0"/>
                </a:solidFill>
                <a:latin typeface="Consolas"/>
              </a:rPr>
              <a:t>page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722815" y="5466804"/>
            <a:ext cx="1828800" cy="65967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spcAft>
                <a:spcPts val="600"/>
              </a:spcAft>
            </a:pPr>
            <a:r>
              <a:rPr sz="1500" b="1">
                <a:solidFill>
                  <a:srgbClr val="2F6FDF"/>
                </a:solidFill>
                <a:latin typeface="Segoe UI"/>
              </a:rPr>
              <a:t>→ tests 1-8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8A4F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0"/>
            <a:ext cx="1091153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1100" b="0">
                <a:solidFill>
                  <a:srgbClr val="5D6778"/>
                </a:solidFill>
                <a:latin typeface="Segoe UI"/>
              </a:rPr>
              <a:t>Backend Lab  ·  Exercise 10  ·  Paginate a list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37215" y="640080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600"/>
              </a:spcAft>
            </a:pPr>
            <a:r>
              <a:rPr sz="1100" b="0">
                <a:solidFill>
                  <a:srgbClr val="5D6778"/>
                </a:solidFill>
                <a:latin typeface="Segoe UI"/>
              </a:rPr>
              <a:t>11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411480"/>
            <a:ext cx="10911535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3200" b="1">
                <a:solidFill>
                  <a:srgbClr val="1C2330"/>
                </a:solidFill>
                <a:latin typeface="Segoe UI"/>
              </a:rPr>
              <a:t>Common mistakes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600200"/>
            <a:ext cx="10911535" cy="4526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600"/>
              </a:spcAft>
            </a:pPr>
            <a:r>
              <a:rPr sz="2400" b="0">
                <a:solidFill>
                  <a:srgbClr val="1C2330"/>
                </a:solidFill>
                <a:latin typeface="Segoe UI"/>
              </a:rPr>
              <a:t>•  Catching only </a:t>
            </a:r>
            <a:r>
              <a:rPr sz="2400" b="0">
                <a:solidFill>
                  <a:srgbClr val="6A3FC0"/>
                </a:solidFill>
                <a:latin typeface="Consolas"/>
              </a:rPr>
              <a:t>ValueError</a:t>
            </a:r>
            <a:r>
              <a:rPr sz="2400" b="0">
                <a:solidFill>
                  <a:srgbClr val="1C2330"/>
                </a:solidFill>
                <a:latin typeface="Segoe UI"/>
              </a:rPr>
              <a:t>: </a:t>
            </a:r>
            <a:r>
              <a:rPr sz="2400" b="0">
                <a:solidFill>
                  <a:srgbClr val="6A3FC0"/>
                </a:solidFill>
                <a:latin typeface="Consolas"/>
              </a:rPr>
              <a:t>int(None)</a:t>
            </a:r>
            <a:r>
              <a:rPr sz="2400" b="0">
                <a:solidFill>
                  <a:srgbClr val="1C2330"/>
                </a:solidFill>
                <a:latin typeface="Segoe UI"/>
              </a:rPr>
              <a:t> raises a </a:t>
            </a:r>
            <a:r>
              <a:rPr sz="2400" b="0">
                <a:solidFill>
                  <a:srgbClr val="6A3FC0"/>
                </a:solidFill>
                <a:latin typeface="Consolas"/>
              </a:rPr>
              <a:t>TypeError</a:t>
            </a:r>
          </a:p>
          <a:p>
            <a:pPr>
              <a:spcAft>
                <a:spcPts val="1600"/>
              </a:spcAft>
            </a:pPr>
            <a:r>
              <a:rPr sz="2400" b="0">
                <a:solidFill>
                  <a:srgbClr val="1C2330"/>
                </a:solidFill>
                <a:latin typeface="Segoe UI"/>
              </a:rPr>
              <a:t>•  Returning the original </a:t>
            </a:r>
            <a:r>
              <a:rPr sz="2400" b="0">
                <a:solidFill>
                  <a:srgbClr val="6A3FC0"/>
                </a:solidFill>
                <a:latin typeface="Consolas"/>
              </a:rPr>
              <a:t>page</a:t>
            </a:r>
            <a:r>
              <a:rPr sz="2400" b="0">
                <a:solidFill>
                  <a:srgbClr val="1C2330"/>
                </a:solidFill>
                <a:latin typeface="Segoe UI"/>
              </a:rPr>
              <a:t>: </a:t>
            </a:r>
            <a:r>
              <a:rPr sz="2400" b="0">
                <a:solidFill>
                  <a:srgbClr val="6A3FC0"/>
                </a:solidFill>
                <a:latin typeface="Consolas"/>
              </a:rPr>
              <a:t>"2"</a:t>
            </a:r>
            <a:r>
              <a:rPr sz="2400" b="0">
                <a:solidFill>
                  <a:srgbClr val="1C2330"/>
                </a:solidFill>
                <a:latin typeface="Segoe UI"/>
              </a:rPr>
              <a:t> must come back as </a:t>
            </a:r>
            <a:r>
              <a:rPr sz="2400" b="0">
                <a:solidFill>
                  <a:srgbClr val="6A3FC0"/>
                </a:solidFill>
                <a:latin typeface="Consolas"/>
              </a:rPr>
              <a:t>2</a:t>
            </a:r>
          </a:p>
          <a:p>
            <a:pPr>
              <a:spcAft>
                <a:spcPts val="1600"/>
              </a:spcAft>
            </a:pPr>
            <a:r>
              <a:rPr sz="2400" b="0">
                <a:solidFill>
                  <a:srgbClr val="1C2330"/>
                </a:solidFill>
                <a:latin typeface="Segoe UI"/>
              </a:rPr>
              <a:t>•  Slicing from </a:t>
            </a:r>
            <a:r>
              <a:rPr sz="2400" b="0">
                <a:solidFill>
                  <a:srgbClr val="6A3FC0"/>
                </a:solidFill>
                <a:latin typeface="Consolas"/>
              </a:rPr>
              <a:t>page * page_size</a:t>
            </a:r>
            <a:r>
              <a:rPr sz="2400" b="0">
                <a:solidFill>
                  <a:srgbClr val="1C2330"/>
                </a:solidFill>
                <a:latin typeface="Segoe UI"/>
              </a:rPr>
              <a:t>: page 1 must start at 0</a:t>
            </a:r>
          </a:p>
          <a:p>
            <a:pPr>
              <a:spcAft>
                <a:spcPts val="1600"/>
              </a:spcAft>
            </a:pPr>
            <a:r>
              <a:rPr sz="2400" b="0">
                <a:solidFill>
                  <a:srgbClr val="1C2330"/>
                </a:solidFill>
                <a:latin typeface="Segoe UI"/>
              </a:rPr>
              <a:t>•  Using </a:t>
            </a:r>
            <a:r>
              <a:rPr sz="2400" b="0">
                <a:solidFill>
                  <a:srgbClr val="6A3FC0"/>
                </a:solidFill>
                <a:latin typeface="Consolas"/>
              </a:rPr>
              <a:t>//</a:t>
            </a:r>
            <a:r>
              <a:rPr sz="2400" b="0">
                <a:solidFill>
                  <a:srgbClr val="1C2330"/>
                </a:solidFill>
                <a:latin typeface="Segoe UI"/>
              </a:rPr>
              <a:t> for pages: 42 items at 10 per page loses 41 and 42</a:t>
            </a:r>
          </a:p>
          <a:p>
            <a:pPr>
              <a:spcAft>
                <a:spcPts val="1600"/>
              </a:spcAft>
            </a:pPr>
            <a:r>
              <a:rPr sz="2400" b="0">
                <a:solidFill>
                  <a:srgbClr val="1C2330"/>
                </a:solidFill>
                <a:latin typeface="Segoe UI"/>
              </a:rPr>
              <a:t>•  Counting pages </a:t>
            </a:r>
            <a:r>
              <a:rPr sz="2400" b="1">
                <a:solidFill>
                  <a:srgbClr val="1C2330"/>
                </a:solidFill>
                <a:latin typeface="Segoe UI"/>
              </a:rPr>
              <a:t>before</a:t>
            </a:r>
            <a:r>
              <a:rPr sz="2400" b="0">
                <a:solidFill>
                  <a:srgbClr val="1C2330"/>
                </a:solidFill>
                <a:latin typeface="Segoe UI"/>
              </a:rPr>
              <a:t> clamping </a:t>
            </a:r>
            <a:r>
              <a:rPr sz="2400" b="0">
                <a:solidFill>
                  <a:srgbClr val="6A3FC0"/>
                </a:solidFill>
                <a:latin typeface="Consolas"/>
              </a:rPr>
              <a:t>page_size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8A4F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0"/>
            <a:ext cx="1091153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1100" b="0">
                <a:solidFill>
                  <a:srgbClr val="5D6778"/>
                </a:solidFill>
                <a:latin typeface="Segoe UI"/>
              </a:rPr>
              <a:t>Backend Lab  ·  Exercise 10  ·  Paginate a list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37215" y="640080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600"/>
              </a:spcAft>
            </a:pPr>
            <a:r>
              <a:rPr sz="1100" b="0">
                <a:solidFill>
                  <a:srgbClr val="5D6778"/>
                </a:solidFill>
                <a:latin typeface="Segoe UI"/>
              </a:rPr>
              <a:t>12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411480"/>
            <a:ext cx="10911535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3200" b="1">
                <a:solidFill>
                  <a:srgbClr val="1C2330"/>
                </a:solidFill>
                <a:latin typeface="Segoe UI"/>
              </a:rPr>
              <a:t>Where you'll use this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508760"/>
            <a:ext cx="10911535" cy="1554480"/>
          </a:xfrm>
          <a:prstGeom prst="roundRect">
            <a:avLst>
              <a:gd name="adj" fmla="val 6000"/>
            </a:avLst>
          </a:prstGeom>
          <a:solidFill>
            <a:srgbClr val="E3F4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645920"/>
            <a:ext cx="10180015" cy="12801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2100" b="0">
                <a:solidFill>
                  <a:srgbClr val="1C2330"/>
                </a:solidFill>
                <a:latin typeface="Segoe UI"/>
              </a:rPr>
              <a:t>A shop's mobile app shows products in a scrolling list. Each time you reach the bottom, it asks </a:t>
            </a:r>
            <a:r>
              <a:rPr sz="2100" b="0">
                <a:solidFill>
                  <a:srgbClr val="6A3FC0"/>
                </a:solidFill>
                <a:latin typeface="Consolas"/>
              </a:rPr>
              <a:t>GET /api/products/?page=3</a:t>
            </a:r>
            <a:r>
              <a:rPr sz="2100" b="0">
                <a:solidFill>
                  <a:srgbClr val="1C2330"/>
                </a:solidFill>
                <a:latin typeface="Segoe UI"/>
              </a:rPr>
              <a:t> and adds 10 more.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337560"/>
            <a:ext cx="10911535" cy="2743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200"/>
              </a:spcAft>
            </a:pPr>
            <a:r>
              <a:rPr sz="2000" b="0">
                <a:solidFill>
                  <a:srgbClr val="1C2330"/>
                </a:solidFill>
                <a:latin typeface="Segoe UI"/>
              </a:rPr>
              <a:t>•  DRF's </a:t>
            </a:r>
            <a:r>
              <a:rPr sz="2000" b="0">
                <a:solidFill>
                  <a:srgbClr val="6A3FC0"/>
                </a:solidFill>
                <a:latin typeface="Consolas"/>
              </a:rPr>
              <a:t>PageNumberPagination</a:t>
            </a:r>
            <a:r>
              <a:rPr sz="2000" b="0">
                <a:solidFill>
                  <a:srgbClr val="1C2330"/>
                </a:solidFill>
                <a:latin typeface="Segoe UI"/>
              </a:rPr>
              <a:t> does this: </a:t>
            </a:r>
            <a:r>
              <a:rPr sz="2000" b="0">
                <a:solidFill>
                  <a:srgbClr val="6A3FC0"/>
                </a:solidFill>
                <a:latin typeface="Consolas"/>
              </a:rPr>
              <a:t>count</a:t>
            </a:r>
            <a:r>
              <a:rPr sz="2000" b="0">
                <a:solidFill>
                  <a:srgbClr val="1C2330"/>
                </a:solidFill>
                <a:latin typeface="Segoe UI"/>
              </a:rPr>
              <a:t>, </a:t>
            </a:r>
            <a:r>
              <a:rPr sz="2000" b="0">
                <a:solidFill>
                  <a:srgbClr val="6A3FC0"/>
                </a:solidFill>
                <a:latin typeface="Consolas"/>
              </a:rPr>
              <a:t>next</a:t>
            </a:r>
            <a:r>
              <a:rPr sz="2000" b="0">
                <a:solidFill>
                  <a:srgbClr val="1C2330"/>
                </a:solidFill>
                <a:latin typeface="Segoe UI"/>
              </a:rPr>
              <a:t>, </a:t>
            </a:r>
            <a:r>
              <a:rPr sz="2000" b="0">
                <a:solidFill>
                  <a:srgbClr val="6A3FC0"/>
                </a:solidFill>
                <a:latin typeface="Consolas"/>
              </a:rPr>
              <a:t>previous</a:t>
            </a:r>
            <a:r>
              <a:rPr sz="2000" b="0">
                <a:solidFill>
                  <a:srgbClr val="1C2330"/>
                </a:solidFill>
                <a:latin typeface="Segoe UI"/>
              </a:rPr>
              <a:t>, </a:t>
            </a:r>
            <a:r>
              <a:rPr sz="2000" b="0">
                <a:solidFill>
                  <a:srgbClr val="6A3FC0"/>
                </a:solidFill>
                <a:latin typeface="Consolas"/>
              </a:rPr>
              <a:t>results</a:t>
            </a:r>
          </a:p>
          <a:p>
            <a:pPr>
              <a:spcAft>
                <a:spcPts val="1200"/>
              </a:spcAft>
            </a:pPr>
            <a:r>
              <a:rPr sz="2000" b="0">
                <a:solidFill>
                  <a:srgbClr val="1C2330"/>
                </a:solidFill>
                <a:latin typeface="Segoe UI"/>
              </a:rPr>
              <a:t>•  This project sets it in </a:t>
            </a:r>
            <a:r>
              <a:rPr sz="2000" b="0">
                <a:solidFill>
                  <a:srgbClr val="6A3FC0"/>
                </a:solidFill>
                <a:latin typeface="Consolas"/>
              </a:rPr>
              <a:t>core/pagination.py</a:t>
            </a:r>
            <a:r>
              <a:rPr sz="2000" b="0">
                <a:solidFill>
                  <a:srgbClr val="1C2330"/>
                </a:solidFill>
                <a:latin typeface="Segoe UI"/>
              </a:rPr>
              <a:t>: </a:t>
            </a:r>
            <a:r>
              <a:rPr sz="2000" b="0">
                <a:solidFill>
                  <a:srgbClr val="6A3FC0"/>
                </a:solidFill>
                <a:latin typeface="Consolas"/>
              </a:rPr>
              <a:t>page_size = 10</a:t>
            </a:r>
            <a:r>
              <a:rPr sz="2000" b="0">
                <a:solidFill>
                  <a:srgbClr val="1C2330"/>
                </a:solidFill>
                <a:latin typeface="Segoe UI"/>
              </a:rPr>
              <a:t>, </a:t>
            </a:r>
            <a:r>
              <a:rPr sz="2000" b="0">
                <a:solidFill>
                  <a:srgbClr val="6A3FC0"/>
                </a:solidFill>
                <a:latin typeface="Consolas"/>
              </a:rPr>
              <a:t>max_page_size = 50</a:t>
            </a:r>
          </a:p>
          <a:p>
            <a:pPr>
              <a:spcAft>
                <a:spcPts val="1200"/>
              </a:spcAft>
            </a:pPr>
            <a:r>
              <a:rPr sz="2000" b="0">
                <a:solidFill>
                  <a:srgbClr val="1C2330"/>
                </a:solidFill>
                <a:latin typeface="Segoe UI"/>
              </a:rPr>
              <a:t>•  A page past the end becomes a </a:t>
            </a:r>
            <a:r>
              <a:rPr sz="2000" b="0">
                <a:solidFill>
                  <a:srgbClr val="6A3FC0"/>
                </a:solidFill>
                <a:latin typeface="Consolas"/>
              </a:rPr>
              <a:t>404</a:t>
            </a:r>
            <a:r>
              <a:rPr sz="2000" b="0">
                <a:solidFill>
                  <a:srgbClr val="1C2330"/>
                </a:solidFill>
                <a:latin typeface="Segoe UI"/>
              </a:rPr>
              <a:t> with </a:t>
            </a:r>
            <a:r>
              <a:rPr sz="2000" b="0">
                <a:solidFill>
                  <a:srgbClr val="6A3FC0"/>
                </a:solidFill>
                <a:latin typeface="Consolas"/>
              </a:rPr>
              <a:t>"Invalid page."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8A4F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0"/>
            <a:ext cx="1091153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1100" b="0">
                <a:solidFill>
                  <a:srgbClr val="5D6778"/>
                </a:solidFill>
                <a:latin typeface="Segoe UI"/>
              </a:rPr>
              <a:t>Backend Lab  ·  Exercise 10  ·  Paginate a list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37215" y="640080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600"/>
              </a:spcAft>
            </a:pPr>
            <a:r>
              <a:rPr sz="1100" b="0">
                <a:solidFill>
                  <a:srgbClr val="5D6778"/>
                </a:solidFill>
                <a:latin typeface="Segoe UI"/>
              </a:rPr>
              <a:t>13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411480"/>
            <a:ext cx="10911535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3200" b="1">
                <a:solidFill>
                  <a:srgbClr val="1C2330"/>
                </a:solidFill>
                <a:latin typeface="Segoe UI"/>
              </a:rPr>
              <a:t>Check yourself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600200"/>
            <a:ext cx="10911535" cy="4526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800"/>
              </a:spcAft>
            </a:pPr>
            <a:r>
              <a:rPr sz="2300" b="0">
                <a:solidFill>
                  <a:srgbClr val="1C2330"/>
                </a:solidFill>
                <a:latin typeface="Segoe UI"/>
              </a:rPr>
              <a:t>1.  Why does </a:t>
            </a:r>
            <a:r>
              <a:rPr sz="2300" b="0">
                <a:solidFill>
                  <a:srgbClr val="6A3FC0"/>
                </a:solidFill>
                <a:latin typeface="Consolas"/>
              </a:rPr>
              <a:t>?page=2</a:t>
            </a:r>
            <a:r>
              <a:rPr sz="2300" b="0">
                <a:solidFill>
                  <a:srgbClr val="1C2330"/>
                </a:solidFill>
                <a:latin typeface="Segoe UI"/>
              </a:rPr>
              <a:t> arrive as the string </a:t>
            </a:r>
            <a:r>
              <a:rPr sz="2300" b="0">
                <a:solidFill>
                  <a:srgbClr val="6A3FC0"/>
                </a:solidFill>
                <a:latin typeface="Consolas"/>
              </a:rPr>
              <a:t>"2"</a:t>
            </a:r>
            <a:r>
              <a:rPr sz="2300" b="0">
                <a:solidFill>
                  <a:srgbClr val="1C2330"/>
                </a:solidFill>
                <a:latin typeface="Segoe UI"/>
              </a:rPr>
              <a:t>?</a:t>
            </a:r>
          </a:p>
          <a:p>
            <a:pPr>
              <a:spcAft>
                <a:spcPts val="1800"/>
              </a:spcAft>
            </a:pPr>
            <a:r>
              <a:rPr sz="2300" b="0">
                <a:solidFill>
                  <a:srgbClr val="1C2330"/>
                </a:solidFill>
                <a:latin typeface="Segoe UI"/>
              </a:rPr>
              <a:t>2.  Which two errors can </a:t>
            </a:r>
            <a:r>
              <a:rPr sz="2300" b="0">
                <a:solidFill>
                  <a:srgbClr val="6A3FC0"/>
                </a:solidFill>
                <a:latin typeface="Consolas"/>
              </a:rPr>
              <a:t>int(value)</a:t>
            </a:r>
            <a:r>
              <a:rPr sz="2300" b="0">
                <a:solidFill>
                  <a:srgbClr val="1C2330"/>
                </a:solidFill>
                <a:latin typeface="Segoe UI"/>
              </a:rPr>
              <a:t> raise, and when?</a:t>
            </a:r>
          </a:p>
          <a:p>
            <a:pPr>
              <a:spcAft>
                <a:spcPts val="1800"/>
              </a:spcAft>
            </a:pPr>
            <a:r>
              <a:rPr sz="2300" b="0">
                <a:solidFill>
                  <a:srgbClr val="1C2330"/>
                </a:solidFill>
                <a:latin typeface="Segoe UI"/>
              </a:rPr>
              <a:t>3.  Where does page 3 start with 10 items per page?</a:t>
            </a:r>
          </a:p>
          <a:p>
            <a:pPr>
              <a:spcAft>
                <a:spcPts val="1800"/>
              </a:spcAft>
            </a:pPr>
            <a:r>
              <a:rPr sz="2300" b="0">
                <a:solidFill>
                  <a:srgbClr val="1C2330"/>
                </a:solidFill>
                <a:latin typeface="Segoe UI"/>
              </a:rPr>
              <a:t>4.  Why cap </a:t>
            </a:r>
            <a:r>
              <a:rPr sz="2300" b="0">
                <a:solidFill>
                  <a:srgbClr val="6A3FC0"/>
                </a:solidFill>
                <a:latin typeface="Consolas"/>
              </a:rPr>
              <a:t>page_size</a:t>
            </a:r>
            <a:r>
              <a:rPr sz="2300" b="0">
                <a:solidFill>
                  <a:srgbClr val="1C2330"/>
                </a:solidFill>
                <a:latin typeface="Segoe UI"/>
              </a:rPr>
              <a:t> at a maximum?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8A4F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0"/>
            <a:ext cx="1091153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1100" b="0">
                <a:solidFill>
                  <a:srgbClr val="5D6778"/>
                </a:solidFill>
                <a:latin typeface="Segoe UI"/>
              </a:rPr>
              <a:t>Backend Lab  ·  Exercise 10  ·  Paginate a list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37215" y="640080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600"/>
              </a:spcAft>
            </a:pPr>
            <a:r>
              <a:rPr sz="1100" b="0">
                <a:solidFill>
                  <a:srgbClr val="5D6778"/>
                </a:solidFill>
                <a:latin typeface="Segoe UI"/>
              </a:rPr>
              <a:t>14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411480"/>
            <a:ext cx="10911535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3200" b="1">
                <a:solidFill>
                  <a:srgbClr val="1C2330"/>
                </a:solidFill>
                <a:latin typeface="Segoe UI"/>
              </a:rPr>
              <a:t>Keep learning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463040"/>
            <a:ext cx="10911535" cy="4663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2000" b="1">
                <a:solidFill>
                  <a:srgbClr val="2F6FDF"/>
                </a:solidFill>
                <a:latin typeface="Segoe UI"/>
                <a:hlinkClick r:id="rId2"/>
              </a:rPr>
              <a:t>Pagination</a:t>
            </a:r>
          </a:p>
          <a:p>
            <a:pPr>
              <a:spcAft>
                <a:spcPts val="1200"/>
              </a:spcAft>
            </a:pPr>
            <a:r>
              <a:rPr sz="1500" b="0">
                <a:solidFill>
                  <a:srgbClr val="5D6778"/>
                </a:solidFill>
                <a:latin typeface="Segoe UI"/>
              </a:rPr>
              <a:t>Django docs · docs · beginner. Start here: short examples of Django's Paginator showing pages, counts and has_next, the same ideas you implement.</a:t>
            </a:r>
          </a:p>
          <a:p>
            <a:pPr>
              <a:spcAft>
                <a:spcPts val="200"/>
              </a:spcAft>
            </a:pPr>
            <a:r>
              <a:rPr sz="2000" b="1">
                <a:solidFill>
                  <a:srgbClr val="2F6FDF"/>
                </a:solidFill>
                <a:latin typeface="Segoe UI"/>
                <a:hlinkClick r:id="rId3"/>
              </a:rPr>
              <a:t>math.ceil</a:t>
            </a:r>
          </a:p>
          <a:p>
            <a:pPr>
              <a:spcAft>
                <a:spcPts val="1200"/>
              </a:spcAft>
            </a:pPr>
            <a:r>
              <a:rPr sz="1500" b="0">
                <a:solidFill>
                  <a:srgbClr val="5D6778"/>
                </a:solidFill>
                <a:latin typeface="Segoe UI"/>
              </a:rPr>
              <a:t>Python docs · docs · beginner. The function that rounds up, so 21 items at 10 per page gives 3 pages, not 2.</a:t>
            </a:r>
          </a:p>
          <a:p>
            <a:pPr>
              <a:spcAft>
                <a:spcPts val="200"/>
              </a:spcAft>
            </a:pPr>
            <a:r>
              <a:rPr sz="2000" b="1">
                <a:solidFill>
                  <a:srgbClr val="2F6FDF"/>
                </a:solidFill>
                <a:latin typeface="Segoe UI"/>
                <a:hlinkClick r:id="rId4"/>
              </a:rPr>
              <a:t>Pagination: PageNumberPagination</a:t>
            </a:r>
          </a:p>
          <a:p>
            <a:pPr>
              <a:spcAft>
                <a:spcPts val="1200"/>
              </a:spcAft>
            </a:pPr>
            <a:r>
              <a:rPr sz="1500" b="0">
                <a:solidFill>
                  <a:srgbClr val="5D6778"/>
                </a:solidFill>
                <a:latin typeface="Segoe UI"/>
              </a:rPr>
              <a:t>Django REST framework · docs · intermediate. Shows DRF's response shape (count, next, previous, results) and page_size limits that your function copies.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