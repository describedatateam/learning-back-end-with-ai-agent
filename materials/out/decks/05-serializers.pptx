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5. By the end you should be able to write a serializer with field rules, a check for one field, and a check across several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might come from your own website, but just as well from a script, a typo, an old app version or someone trying to break things. Saving it unchecked gives broken data 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TOMORROW and YESTERDAY are worked out from today's date when the tests run, as text like "2026-09-27" (YYYY-MM-DD).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no title at all is an error on title; due_date set to None is valid; high priority with a due date tomorrow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free checks: CharField strips spaces, "3" became the number 3, and every field is required unless you say otherwise. Each message is an ErrorDetail; str(...) gives the plain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required=False means the field may be left out. allow_null=True means it may be sent as None (null in JSON). It's like null and blank on a model. A valid date string becomes a real Python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name must be exactly validate_ plus the field name, or DRF never finds it. The value arrives already stripped. Forgetting return value makes the field silently become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optional fields use attrs.get("name"), not attrs["name"]: a field that was left out is simply not in the dict. Always return attrs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does the rule need to look at more than one field? If yes, it goes in validate. A plain string raised in validate lands under non_field_errors instead of on a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&lt; date.today() means 'in the past'. None &lt; date.today() would crash with a TypeError, which is why the None check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title field is already there, and it already makes tests 3 and 5 pass: CharField is required and strips spaces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jango-rest-framework.org/tutorial/1-serialization/" TargetMode="External"/><Relationship Id="rId3" Type="http://schemas.openxmlformats.org/officeDocument/2006/relationships/hyperlink" Target="https://www.freecodecamp.org/news/use-django-rest-framework-to-create-web-apis/" TargetMode="External"/><Relationship Id="rId4" Type="http://schemas.openxmlformats.org/officeDocument/2006/relationships/hyperlink" Target="https://www.django-rest-framework.org/api-guide/serializers/#validation" TargetMode="External"/><Relationship Id="rId5" Type="http://schemas.openxmlformats.org/officeDocument/2006/relationships/hyperlink" Target="https://www.django-rest-framework.org/api-guide/fields/" TargetMode="External"/><Relationship Id="rId6" Type="http://schemas.openxmlformats.org/officeDocument/2006/relationships/hyperlink" Target="https://www.django-rest-framework.org/api-guide/validator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1  ·  EXERCISE 05  ·  DRF SERIALIZERS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Validate input with serializers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Turn untrusted JSON into clean, checked data with a DRF serializer.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Anything a client sends is </a:t>
            </a:r>
            <a:r>
              <a:rPr sz="2400" b="1">
                <a:solidFill>
                  <a:srgbClr val="1C2330"/>
                </a:solidFill>
                <a:latin typeface="Segoe UI"/>
              </a:rPr>
              <a:t>untrusted</a:t>
            </a:r>
            <a:r>
              <a:rPr sz="2400" b="0">
                <a:solidFill>
                  <a:srgbClr val="1C2330"/>
                </a:solidFill>
                <a:latin typeface="Segoe UI"/>
              </a:rPr>
              <a:t>: a title might be missing, a date might be </a:t>
            </a:r>
            <a:r>
              <a:rPr sz="2400" b="0">
                <a:solidFill>
                  <a:srgbClr val="6A3FC0"/>
                </a:solidFill>
                <a:latin typeface="Consolas"/>
              </a:rPr>
              <a:t>"next friday"</a:t>
            </a:r>
            <a:r>
              <a:rPr sz="2400" b="0">
                <a:solidFill>
                  <a:srgbClr val="1C2330"/>
                </a:solidFill>
                <a:latin typeface="Segoe UI"/>
              </a:rPr>
              <a:t>, a priority </a:t>
            </a:r>
            <a:r>
              <a:rPr sz="2400" b="0">
                <a:solidFill>
                  <a:srgbClr val="6A3FC0"/>
                </a:solidFill>
                <a:latin typeface="Consolas"/>
              </a:rPr>
              <a:t>"URGENT!!!"</a:t>
            </a:r>
            <a:r>
              <a:rPr sz="2400" b="0">
                <a:solidFill>
                  <a:srgbClr val="1C2330"/>
                </a:solidFill>
                <a:latin typeface="Segoe UI"/>
              </a:rPr>
              <a:t>. It's like a messy spreadsheet from someone else: check every column before you use it.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 </a:t>
            </a:r>
            <a:r>
              <a:rPr sz="2400" b="1">
                <a:solidFill>
                  <a:srgbClr val="1C2330"/>
                </a:solidFill>
                <a:latin typeface="Segoe UI"/>
              </a:rPr>
              <a:t>serializer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a bouncer with a checklist. Each field is checked on its own, then the whole thing together. You get </a:t>
            </a:r>
            <a:r>
              <a:rPr sz="2400" b="1">
                <a:solidFill>
                  <a:srgbClr val="1C2330"/>
                </a:solidFill>
                <a:latin typeface="Segoe UI"/>
              </a:rPr>
              <a:t>clean data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a dict of </a:t>
            </a:r>
            <a:r>
              <a:rPr sz="2400" b="1">
                <a:solidFill>
                  <a:srgbClr val="1C2330"/>
                </a:solidFill>
                <a:latin typeface="Segoe UI"/>
              </a:rPr>
              <a:t>errors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create your </a:t>
            </a:r>
            <a:r>
              <a:rPr sz="2000" b="0">
                <a:solidFill>
                  <a:srgbClr val="6A3FC0"/>
                </a:solidFill>
                <a:latin typeface="Consolas"/>
              </a:rPr>
              <a:t>TaskSerializer</a:t>
            </a:r>
            <a:r>
              <a:rPr sz="2000" b="0">
                <a:solidFill>
                  <a:srgbClr val="1C2330"/>
                </a:solidFill>
                <a:latin typeface="Segoe UI"/>
              </a:rPr>
              <a:t> with some data, then check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TaskSerializer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title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Write docs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priority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low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                    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due_date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TOMORROW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is_valid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errors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the test checks this dict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validated_data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and sometimes this one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they expect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Error messages must match exactly, full stop included.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Write docs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valid, and priority becomes "medium"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  Deploy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valid, and title becomes "Deploy"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  ab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title: "Title must be at least 3 characters."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Write docs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priority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urgent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an error on priority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Write docs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due_date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YESTERDAY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due_date: "Due date cannot be in the past."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Fix outage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priority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high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 due_date: "High priority tasks need a due date."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serializer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DRF class listing the expected fields and their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is_valid()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Runs every check. Gives </a:t>
            </a: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  <a:r>
              <a:rPr sz="1900" b="0">
                <a:solidFill>
                  <a:srgbClr val="1C2330"/>
                </a:solidFill>
                <a:latin typeface="Segoe UI"/>
              </a:rPr>
              <a:t> or </a:t>
            </a:r>
            <a:r>
              <a:rPr sz="1900" b="0">
                <a:solidFill>
                  <a:srgbClr val="6A3FC0"/>
                </a:solidFill>
                <a:latin typeface="Consolas"/>
              </a:rPr>
              <a:t>False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validated_data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clean dict, once </a:t>
            </a:r>
            <a:r>
              <a:rPr sz="1900" b="0">
                <a:solidFill>
                  <a:srgbClr val="6A3FC0"/>
                </a:solidFill>
                <a:latin typeface="Consolas"/>
              </a:rPr>
              <a:t>is_valid()</a:t>
            </a:r>
            <a:r>
              <a:rPr sz="1900" b="0">
                <a:solidFill>
                  <a:srgbClr val="1C2330"/>
                </a:solidFill>
                <a:latin typeface="Segoe UI"/>
              </a:rPr>
              <a:t> gave </a:t>
            </a: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Field name → list of messages. </a:t>
            </a:r>
            <a:r>
              <a:rPr sz="1900" b="0">
                <a:solidFill>
                  <a:srgbClr val="6A3FC0"/>
                </a:solidFill>
                <a:latin typeface="Consolas"/>
              </a:rPr>
              <a:t>{}</a:t>
            </a:r>
            <a:r>
              <a:rPr sz="1900" b="0">
                <a:solidFill>
                  <a:srgbClr val="1C2330"/>
                </a:solidFill>
                <a:latin typeface="Segoe UI"/>
              </a:rPr>
              <a:t> when all is fine.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ValidationError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What you </a:t>
            </a:r>
            <a:r>
              <a:rPr sz="1900" b="0">
                <a:solidFill>
                  <a:srgbClr val="6A3FC0"/>
                </a:solidFill>
                <a:latin typeface="Consolas"/>
              </a:rPr>
              <a:t>raise</a:t>
            </a:r>
            <a:r>
              <a:rPr sz="1900" b="0">
                <a:solidFill>
                  <a:srgbClr val="1C2330"/>
                </a:solidFill>
                <a:latin typeface="Segoe UI"/>
              </a:rPr>
              <a:t> to say "this is not allowed".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attrs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dict of all field values, passed to </a:t>
            </a:r>
            <a:r>
              <a:rPr sz="1900" b="0">
                <a:solidFill>
                  <a:srgbClr val="6A3FC0"/>
                </a:solidFill>
                <a:latin typeface="Consolas"/>
              </a:rPr>
              <a:t>validate()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a Serializer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Fields are one line each, like a model. Use it with </a:t>
            </a:r>
            <a:r>
              <a:rPr sz="2000" b="0">
                <a:solidFill>
                  <a:srgbClr val="6A3FC0"/>
                </a:solidFill>
                <a:latin typeface="Consolas"/>
              </a:rPr>
              <a:t>data=...</a:t>
            </a:r>
            <a:r>
              <a:rPr sz="2000" b="0">
                <a:solidFill>
                  <a:srgbClr val="1C2330"/>
                </a:solidFill>
                <a:latin typeface="Segoe UI"/>
              </a:rPr>
              <a:t>, then </a:t>
            </a:r>
            <a:r>
              <a:rPr sz="2000" b="0">
                <a:solidFill>
                  <a:srgbClr val="6A3FC0"/>
                </a:solidFill>
                <a:latin typeface="Consolas"/>
              </a:rPr>
              <a:t>.is_valid()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class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PetSerializer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CharField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max_length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B5CEA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IntegerField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min_value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good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PetSerializer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name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  Rex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good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good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validated_data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{'name': 'Rex', 'age': 3}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bad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PetSerializer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-</a:t>
            </a:r>
            <a:r>
              <a:rPr sz="1600">
                <a:solidFill>
                  <a:srgbClr val="B5CEA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bad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False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bad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errors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name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# This field is required.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ChoiceField and DateField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default=</a:t>
            </a:r>
            <a:r>
              <a:rPr sz="2000" b="0">
                <a:solidFill>
                  <a:srgbClr val="1C2330"/>
                </a:solidFill>
                <a:latin typeface="Segoe UI"/>
              </a:rPr>
              <a:t> fills in a missing value. An optional date needs two different options.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class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ShirtSerializer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size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ChoiceField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choices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default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gift_date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DateField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required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586C0"/>
                </a:solidFill>
                <a:latin typeface="Consolas"/>
              </a:rPr>
              <a:t>False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allow_null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ShirtSerializer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gift_date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None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validated_data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</a:t>
            </a:r>
            <a:r>
              <a:rPr sz="1600">
                <a:solidFill>
                  <a:srgbClr val="6A9955"/>
                </a:solidFill>
                <a:latin typeface="Consolas"/>
              </a:rPr>
              <a:t># {'size': 'M', 'gift_date': None}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ShirtSerializer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size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gift_date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2026-12-24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errors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size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# "XL" is not a valid choice.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validate_&lt;field&gt; checks one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DRF calls it after the field's own checks, with the cleaned value. Raise, or return the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class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UsernameSerializer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username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CharField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validate_username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lower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admin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>
                <a:solidFill>
                  <a:srgbClr val="C586C0"/>
                </a:solidFill>
                <a:latin typeface="Consolas"/>
              </a:rPr>
              <a:t>raise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That name is reserved.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lower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UsernameSerializer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username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 ADMIN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errors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username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# False That name is reserved.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UsernameSerializer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username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 Grace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is_valid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validated_data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True {'username': 'grace'}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validate(self, attrs) checks fields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Runs last, with all clean values in </a:t>
            </a:r>
            <a:r>
              <a:rPr sz="2000" b="0">
                <a:solidFill>
                  <a:srgbClr val="6A3FC0"/>
                </a:solidFill>
                <a:latin typeface="Consolas"/>
              </a:rPr>
              <a:t>attrs</a:t>
            </a:r>
            <a:r>
              <a:rPr sz="2000" b="0">
                <a:solidFill>
                  <a:srgbClr val="1C2330"/>
                </a:solidFill>
                <a:latin typeface="Segoe UI"/>
              </a:rPr>
              <a:t>. A dict puts the error on one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C586C0"/>
                </a:solidFill>
                <a:latin typeface="Consolas"/>
              </a:rPr>
              <a:t>class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TripSerializer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Serializer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9CDCFE"/>
                </a:solidFill>
                <a:latin typeface="Consolas"/>
              </a:rPr>
              <a:t>start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IntegerField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9CDCFE"/>
                </a:solidFill>
                <a:latin typeface="Consolas"/>
              </a:rPr>
              <a:t>end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IntegerField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validate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4EC9B0"/>
                </a:solidFill>
                <a:latin typeface="Consolas"/>
              </a:rPr>
              <a:t>self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attrs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C586C0"/>
                </a:solidFill>
                <a:latin typeface="Consolas"/>
              </a:rPr>
              <a:t>if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attrs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end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]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&lt;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attrs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start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]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>
                <a:solidFill>
                  <a:srgbClr val="C586C0"/>
                </a:solidFill>
                <a:latin typeface="Consolas"/>
              </a:rPr>
              <a:t>raise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</a:t>
            </a:r>
            <a:r>
              <a:rPr sz="1400">
                <a:solidFill>
                  <a:srgbClr val="D4D4D4"/>
                </a:solidFill>
                <a:latin typeface="Consolas"/>
              </a:rPr>
              <a:t>{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end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The trip can</a:t>
            </a:r>
            <a:r>
              <a:rPr sz="1400">
                <a:solidFill>
                  <a:srgbClr val="CE9178"/>
                </a:solidFill>
                <a:latin typeface="Consolas"/>
              </a:rPr>
              <a:t>'</a:t>
            </a:r>
            <a:r>
              <a:rPr sz="1400">
                <a:solidFill>
                  <a:srgbClr val="CE9178"/>
                </a:solidFill>
                <a:latin typeface="Consolas"/>
              </a:rPr>
              <a:t>t end before it starts.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}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C586C0"/>
                </a:solidFill>
                <a:latin typeface="Consolas"/>
              </a:rPr>
              <a:t>return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attrs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9CDCFE"/>
                </a:solidFill>
                <a:latin typeface="Consolas"/>
              </a:rPr>
              <a:t>s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TripSerializer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data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4D4D4"/>
                </a:solidFill>
                <a:latin typeface="Consolas"/>
              </a:rPr>
              <a:t>{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start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B5CEA8"/>
                </a:solidFill>
                <a:latin typeface="Consolas"/>
              </a:rPr>
              <a:t>10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end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B5CEA8"/>
                </a:solidFill>
                <a:latin typeface="Consolas"/>
              </a:rPr>
              <a:t>4</a:t>
            </a:r>
            <a:r>
              <a:rPr sz="1400">
                <a:solidFill>
                  <a:srgbClr val="D4D4D4"/>
                </a:solidFill>
                <a:latin typeface="Consolas"/>
              </a:rPr>
              <a:t>}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4EC9B0"/>
                </a:solidFill>
                <a:latin typeface="Consolas"/>
              </a:rPr>
              <a:t>print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is_valid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6A9955"/>
                </a:solidFill>
                <a:latin typeface="Consolas"/>
              </a:rPr>
              <a:t># False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4EC9B0"/>
                </a:solidFill>
                <a:latin typeface="Consolas"/>
              </a:rPr>
              <a:t>print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s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errors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CE9178"/>
                </a:solidFill>
                <a:latin typeface="Consolas"/>
              </a:rPr>
              <a:t>end</a:t>
            </a:r>
            <a:r>
              <a:rPr sz="1400">
                <a:solidFill>
                  <a:srgbClr val="CE9178"/>
                </a:solidFill>
                <a:latin typeface="Consolas"/>
              </a:rPr>
              <a:t>"</a:t>
            </a:r>
            <a:r>
              <a:rPr sz="1400">
                <a:solidFill>
                  <a:srgbClr val="D4D4D4"/>
                </a:solidFill>
                <a:latin typeface="Consolas"/>
              </a:rPr>
              <a:t>]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B5CEA8"/>
                </a:solidFill>
                <a:latin typeface="Consolas"/>
              </a:rPr>
              <a:t>0</a:t>
            </a:r>
            <a:r>
              <a:rPr sz="1400">
                <a:solidFill>
                  <a:srgbClr val="D4D4D4"/>
                </a:solidFill>
                <a:latin typeface="Consolas"/>
              </a:rPr>
              <a:t>]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  <a:r>
              <a:rPr sz="1400">
                <a:solidFill>
                  <a:srgbClr val="D4D4D4"/>
                </a:solidFill>
                <a:latin typeface="Consolas"/>
              </a:rPr>
              <a:t>  </a:t>
            </a:r>
            <a:r>
              <a:rPr sz="1400">
                <a:solidFill>
                  <a:srgbClr val="6A9955"/>
                </a:solidFill>
                <a:latin typeface="Consolas"/>
              </a:rPr>
              <a:t># The trip can't end before it starts.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validate_&lt;field&gt; vs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validate_title(self, value)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Checks </a:t>
            </a:r>
            <a:r>
              <a:rPr sz="1900" b="1">
                <a:solidFill>
                  <a:srgbClr val="1C2330"/>
                </a:solidFill>
                <a:latin typeface="Segoe UI"/>
              </a:rPr>
              <a:t>one</a:t>
            </a:r>
            <a:r>
              <a:rPr sz="1900" b="0">
                <a:solidFill>
                  <a:srgbClr val="1C2330"/>
                </a:solidFill>
                <a:latin typeface="Segoe UI"/>
              </a:rPr>
              <a:t> field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Gets that field's clean </a:t>
            </a:r>
            <a:r>
              <a:rPr sz="1900" b="0">
                <a:solidFill>
                  <a:srgbClr val="6A3FC0"/>
                </a:solidFill>
                <a:latin typeface="Consolas"/>
              </a:rPr>
              <a:t>value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Raise with a plain message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Must </a:t>
            </a:r>
            <a:r>
              <a:rPr sz="1900" b="0">
                <a:solidFill>
                  <a:srgbClr val="6A3FC0"/>
                </a:solidFill>
                <a:latin typeface="Consolas"/>
              </a:rPr>
              <a:t>return value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Example: the title is too short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validate(self, attrs)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Checks </a:t>
            </a:r>
            <a:r>
              <a:rPr sz="1900" b="1">
                <a:solidFill>
                  <a:srgbClr val="1C2330"/>
                </a:solidFill>
                <a:latin typeface="Segoe UI"/>
              </a:rPr>
              <a:t>several</a:t>
            </a:r>
            <a:r>
              <a:rPr sz="1900" b="0">
                <a:solidFill>
                  <a:srgbClr val="1C2330"/>
                </a:solidFill>
                <a:latin typeface="Segoe UI"/>
              </a:rPr>
              <a:t> fields together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Gets </a:t>
            </a:r>
            <a:r>
              <a:rPr sz="1900" b="0">
                <a:solidFill>
                  <a:srgbClr val="6A3FC0"/>
                </a:solidFill>
                <a:latin typeface="Consolas"/>
              </a:rPr>
              <a:t>attrs</a:t>
            </a:r>
            <a:r>
              <a:rPr sz="1900" b="0">
                <a:solidFill>
                  <a:srgbClr val="1C2330"/>
                </a:solidFill>
                <a:latin typeface="Segoe UI"/>
              </a:rPr>
              <a:t>, a dict of all values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Raise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{"field": "message"}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Must </a:t>
            </a:r>
            <a:r>
              <a:rPr sz="1900" b="0">
                <a:solidFill>
                  <a:srgbClr val="6A3FC0"/>
                </a:solidFill>
                <a:latin typeface="Consolas"/>
              </a:rPr>
              <a:t>return attrs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Example: high priority needs a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check for None, then compare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Dates compare like numbers. </a:t>
            </a:r>
            <a:r>
              <a:rPr sz="2000" b="0">
                <a:solidFill>
                  <a:srgbClr val="6A3FC0"/>
                </a:solidFill>
                <a:latin typeface="Consolas"/>
              </a:rPr>
              <a:t>and</a:t>
            </a:r>
            <a:r>
              <a:rPr sz="2000" b="0">
                <a:solidFill>
                  <a:srgbClr val="1C2330"/>
                </a:solidFill>
                <a:latin typeface="Segoe UI"/>
              </a:rPr>
              <a:t> stops early, so </a:t>
            </a:r>
            <a:r>
              <a:rPr sz="2000" b="0">
                <a:solidFill>
                  <a:srgbClr val="6A3FC0"/>
                </a:solidFill>
                <a:latin typeface="Consolas"/>
              </a:rPr>
              <a:t>None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never compared.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datetime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date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2020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31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2099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and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today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2020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01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31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2099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01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01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priority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ChoiceField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 of low, medium, high; default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2, 6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due_date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DateField</a:t>
            </a:r>
            <a:r>
              <a:rPr sz="1900" b="0">
                <a:solidFill>
                  <a:srgbClr val="1C2330"/>
                </a:solidFill>
                <a:latin typeface="Segoe UI"/>
              </a:rPr>
              <a:t>, not required </a:t>
            </a:r>
            <a:r>
              <a:rPr sz="1900" b="1">
                <a:solidFill>
                  <a:srgbClr val="1C2330"/>
                </a:solidFill>
                <a:latin typeface="Segoe UI"/>
              </a:rPr>
              <a:t>and</a:t>
            </a:r>
            <a:r>
              <a:rPr sz="1900" b="0">
                <a:solidFill>
                  <a:srgbClr val="1C2330"/>
                </a:solidFill>
                <a:latin typeface="Segoe UI"/>
              </a:rPr>
              <a:t> allows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37744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1, 7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4612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validate_title</a:t>
            </a:r>
            <a:r>
              <a:rPr sz="1900" b="0">
                <a:solidFill>
                  <a:srgbClr val="1C2330"/>
                </a:solidFill>
                <a:latin typeface="Segoe UI"/>
              </a:rPr>
              <a:t>: under 3 characters raises; otherwise return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32461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2054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validate_due_date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not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before today raises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4114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8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8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validate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high priority with no due date raises on </a:t>
            </a:r>
            <a:r>
              <a:rPr sz="1900" b="0">
                <a:solidFill>
                  <a:srgbClr val="6A3FC0"/>
                </a:solidFill>
                <a:latin typeface="Consolas"/>
              </a:rPr>
              <a:t>due_date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498348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No </a:t>
            </a:r>
            <a:r>
              <a:rPr sz="2400" b="0">
                <a:solidFill>
                  <a:srgbClr val="6A3FC0"/>
                </a:solidFill>
                <a:latin typeface="Consolas"/>
              </a:rPr>
              <a:t>return value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return attrs</a:t>
            </a:r>
            <a:r>
              <a:rPr sz="2400" b="0">
                <a:solidFill>
                  <a:srgbClr val="1C2330"/>
                </a:solidFill>
                <a:latin typeface="Segoe UI"/>
              </a:rPr>
              <a:t> at the end of a check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Only one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required=False</a:t>
            </a:r>
            <a:r>
              <a:rPr sz="24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400" b="0">
                <a:solidFill>
                  <a:srgbClr val="6A3FC0"/>
                </a:solidFill>
                <a:latin typeface="Consolas"/>
              </a:rPr>
              <a:t>allow_null=True</a:t>
            </a:r>
            <a:r>
              <a:rPr sz="2400" b="0">
                <a:solidFill>
                  <a:srgbClr val="1C2330"/>
                </a:solidFill>
                <a:latin typeface="Segoe UI"/>
              </a:rPr>
              <a:t>: you need both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value &lt; date.today()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without checking for </a:t>
            </a:r>
            <a:r>
              <a:rPr sz="2400" b="0">
                <a:solidFill>
                  <a:srgbClr val="6A3FC0"/>
                </a:solidFill>
                <a:latin typeface="Consolas"/>
              </a:rPr>
              <a:t>None</a:t>
            </a:r>
            <a:r>
              <a:rPr sz="2400" b="0">
                <a:solidFill>
                  <a:srgbClr val="1C2330"/>
                </a:solidFill>
                <a:latin typeface="Segoe UI"/>
              </a:rPr>
              <a:t> first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 plain string in </a:t>
            </a:r>
            <a:r>
              <a:rPr sz="2400" b="0">
                <a:solidFill>
                  <a:srgbClr val="6A3FC0"/>
                </a:solidFill>
                <a:latin typeface="Consolas"/>
              </a:rPr>
              <a:t>validate()</a:t>
            </a:r>
            <a:r>
              <a:rPr sz="2400" b="0">
                <a:solidFill>
                  <a:srgbClr val="1C2330"/>
                </a:solidFill>
                <a:latin typeface="Segoe UI"/>
              </a:rPr>
              <a:t>: it lands under </a:t>
            </a:r>
            <a:r>
              <a:rPr sz="2400" b="0">
                <a:solidFill>
                  <a:srgbClr val="6A3FC0"/>
                </a:solidFill>
                <a:latin typeface="Consolas"/>
              </a:rPr>
              <a:t>non_field_errors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 wrong method name like </a:t>
            </a:r>
            <a:r>
              <a:rPr sz="2400" b="0">
                <a:solidFill>
                  <a:srgbClr val="6A3FC0"/>
                </a:solidFill>
                <a:latin typeface="Consolas"/>
              </a:rPr>
              <a:t>validate_titles</a:t>
            </a:r>
            <a:r>
              <a:rPr sz="2400" b="0">
                <a:solidFill>
                  <a:srgbClr val="1C2330"/>
                </a:solidFill>
                <a:latin typeface="Segoe UI"/>
              </a:rPr>
              <a:t>: DRF never calls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to-do app posts a task with the title </a:t>
            </a:r>
            <a:r>
              <a:rPr sz="2100" b="0">
                <a:solidFill>
                  <a:srgbClr val="6A3FC0"/>
                </a:solidFill>
                <a:latin typeface="Consolas"/>
              </a:rPr>
              <a:t>"ab"</a:t>
            </a:r>
            <a:r>
              <a:rPr sz="2100" b="0">
                <a:solidFill>
                  <a:srgbClr val="1C2330"/>
                </a:solidFill>
                <a:latin typeface="Segoe UI"/>
              </a:rPr>
              <a:t> and the priority </a:t>
            </a:r>
            <a:r>
              <a:rPr sz="2100" b="0">
                <a:solidFill>
                  <a:srgbClr val="6A3FC0"/>
                </a:solidFill>
                <a:latin typeface="Consolas"/>
              </a:rPr>
              <a:t>"URGENT"</a:t>
            </a:r>
            <a:r>
              <a:rPr sz="2100" b="0">
                <a:solidFill>
                  <a:srgbClr val="1C2330"/>
                </a:solidFill>
                <a:latin typeface="Segoe UI"/>
              </a:rPr>
              <a:t>. Your API replies </a:t>
            </a:r>
            <a:r>
              <a:rPr sz="2100" b="1">
                <a:solidFill>
                  <a:srgbClr val="1C2330"/>
                </a:solidFill>
                <a:latin typeface="Segoe UI"/>
              </a:rPr>
              <a:t>400</a:t>
            </a:r>
            <a:r>
              <a:rPr sz="2100" b="0">
                <a:solidFill>
                  <a:srgbClr val="1C2330"/>
                </a:solidFill>
                <a:latin typeface="Segoe UI"/>
              </a:rPr>
              <a:t> with a message for each bad field, and nothing broken is saved.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In a DRF view: </a:t>
            </a:r>
            <a:r>
              <a:rPr sz="2000" b="0">
                <a:solidFill>
                  <a:srgbClr val="6A3FC0"/>
                </a:solidFill>
                <a:latin typeface="Consolas"/>
              </a:rPr>
              <a:t>TaskSerializer(data=request.data)</a:t>
            </a:r>
            <a:r>
              <a:rPr sz="2000" b="0">
                <a:solidFill>
                  <a:srgbClr val="1C2330"/>
                </a:solidFill>
                <a:latin typeface="Segoe UI"/>
              </a:rPr>
              <a:t>, then </a:t>
            </a:r>
            <a:r>
              <a:rPr sz="2000" b="0">
                <a:solidFill>
                  <a:srgbClr val="6A3FC0"/>
                </a:solidFill>
                <a:latin typeface="Consolas"/>
              </a:rPr>
              <a:t>is_valid()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If it fails: </a:t>
            </a:r>
            <a:r>
              <a:rPr sz="2000" b="0">
                <a:solidFill>
                  <a:srgbClr val="6A3FC0"/>
                </a:solidFill>
                <a:latin typeface="Consolas"/>
              </a:rPr>
              <a:t>Response(serializer.errors, status=400)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Frontend checks are a courtesy; the server's checks protect your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When can you read </a:t>
            </a:r>
            <a:r>
              <a:rPr sz="2300" b="0">
                <a:solidFill>
                  <a:srgbClr val="6A3FC0"/>
                </a:solidFill>
                <a:latin typeface="Consolas"/>
              </a:rPr>
              <a:t>serializer.validated_data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What's the difference between </a:t>
            </a:r>
            <a:r>
              <a:rPr sz="2300" b="0">
                <a:solidFill>
                  <a:srgbClr val="6A3FC0"/>
                </a:solidFill>
                <a:latin typeface="Consolas"/>
              </a:rPr>
              <a:t>required=False</a:t>
            </a:r>
            <a:r>
              <a:rPr sz="23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300" b="0">
                <a:solidFill>
                  <a:srgbClr val="6A3FC0"/>
                </a:solidFill>
                <a:latin typeface="Consolas"/>
              </a:rPr>
              <a:t>allow_null=True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Where does a rule that looks at two fields belong, and why?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validate on the server if the frontend already checks?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05  ·  Validate input with serializers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Tutorial 1: Serialization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tutorial · beginner. Start here: builds a serializer from scratch and shows is_valid(), validated_data and errors in the Python shell.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Use Django REST Framework to Create Web APIs (video course)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video · beginner. A free two-hour video that builds a DRF API with serializers, viewsets and tests; handy if you prefer watching.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Serializers: validation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The official reference for validate_&lt;field&gt; and validate(attrs), the two hooks your TaskSerializer uses.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Serializer fields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Lists every field type and option (required, max_length, allow_null) so you can describe the input shape precisely.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Validators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Reusable validation rules you can attach to fields once your own validate methods start repeating themselves.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