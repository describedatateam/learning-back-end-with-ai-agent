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8. By the end you should be able to write a permission class and say which of its two methods runs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building analogy: showing your badge at the door is authentication. The rules about which rooms your badge opens are permissions. The badge check is already done for you; you write the room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tests pass the request in as request and the object in as obj. Your methods just return True or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Reads means GET, HEAD or OPTIONS; changes means PATCH, PUT or DELETE.The starter's methods all return True, so the yes-tests 2, 3, 4 and 6 already pass. Your job is to make the no-answers come out False without breaking the yes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switch them on in a view with permission_classes = [IsOwnerOrReadOnly, IsStaffForDelete]. Every class in the list must say yes. view is the view being called; you won't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attributes, not methods: read them with a dot and no brackets. They're already True or False, so you can return them directly. is_authenticated() with brackets gives TypeError: 'bool' object is not callable.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SAFE_METHODS is already imported at the top of your file. request.method is always in capitals, like "GET" or "DELETE".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Django compares users by id, so two separate objects for the same user are equal (the last line). SimpleNamespace is a quick pretend object: you read its attributes with a dot, just like a real model. The tests' note is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mistake is checking the owner in has_permission. There is no obj there, so the owner check must go in has_object_permission.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return runs, the function stops, so the line after the if only runs when the if was false. Every path returns True or False: a missing return gives None, which DRF treats as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1-3 are in IsOwnerOrReadOnly.AnonymousUser has is_staff too, and it's always False, so step 4 needs no separate check for anonymous visitors.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codecamp.org/news/http-401-error-vs-http-403-error-status-code-responses-explained/" TargetMode="External"/><Relationship Id="rId3" Type="http://schemas.openxmlformats.org/officeDocument/2006/relationships/hyperlink" Target="https://www.django-rest-framework.org/tutorial/4-authentication-and-permissions/" TargetMode="External"/><Relationship Id="rId4" Type="http://schemas.openxmlformats.org/officeDocument/2006/relationships/hyperlink" Target="https://www.django-rest-framework.org/api-guide/permissions/#custom-permissions" TargetMode="External"/><Relationship Id="rId5" Type="http://schemas.openxmlformats.org/officeDocument/2006/relationships/hyperlink" Target="https://cheatsheetseries.owasp.org/cheatsheets/Authorization_Cheat_Sheet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2  ·  EXERCISE 08  · 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Who may do what?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Write the rules: anyone logged in reads, only the owner changes, only staff delete.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"May this request go ahead?" is two questions.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C2330"/>
                </a:solidFill>
                <a:latin typeface="Segoe UI"/>
              </a:rPr>
              <a:t>Authentication: who are you?</a:t>
            </a:r>
            <a:r>
              <a:rPr sz="2400" b="0">
                <a:solidFill>
                  <a:srgbClr val="1C2330"/>
                </a:solidFill>
                <a:latin typeface="Segoe UI"/>
              </a:rPr>
              <a:t> Django checks the proof and stores the user in </a:t>
            </a:r>
            <a:r>
              <a:rPr sz="2400" b="0">
                <a:solidFill>
                  <a:srgbClr val="6A3FC0"/>
                </a:solidFill>
                <a:latin typeface="Consolas"/>
              </a:rPr>
              <a:t>request.user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C2330"/>
                </a:solidFill>
                <a:latin typeface="Segoe UI"/>
              </a:rPr>
              <a:t>Permissions: are you allowed?</a:t>
            </a:r>
            <a:r>
              <a:rPr sz="2400" b="0">
                <a:solidFill>
                  <a:srgbClr val="1C2330"/>
                </a:solidFill>
                <a:latin typeface="Segoe UI"/>
              </a:rPr>
              <a:t> A permission class looks at the user, the method and the object, and answers </a:t>
            </a:r>
            <a:r>
              <a:rPr sz="2400" b="0">
                <a:solidFill>
                  <a:srgbClr val="6A3FC0"/>
                </a:solidFill>
                <a:latin typeface="Consolas"/>
              </a:rPr>
              <a:t>True</a:t>
            </a:r>
            <a:r>
              <a:rPr sz="2400" b="0">
                <a:solidFill>
                  <a:srgbClr val="1C2330"/>
                </a:solidFill>
                <a:latin typeface="Segoe UI"/>
              </a:rPr>
              <a:t> or </a:t>
            </a:r>
            <a:r>
              <a:rPr sz="2400" b="0">
                <a:solidFill>
                  <a:srgbClr val="6A3FC0"/>
                </a:solidFill>
                <a:latin typeface="Consolas"/>
              </a:rPr>
              <a:t>False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methods receive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No real web request: the tests build fake ones and call your methods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owner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other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other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staff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staff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is_staff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SimpleNamespace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a pretend object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RequestFactory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patch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/notes/1/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# a fake PATCH request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other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made by "other"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IsOwnerOrReadOnly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has_permission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None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view is None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IsOwnerOrReadOnly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has_object_permission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None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expect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Must say yes (True)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Logged in: </a:t>
            </a:r>
            <a:r>
              <a:rPr sz="1900" b="0">
                <a:solidFill>
                  <a:srgbClr val="6A3FC0"/>
                </a:solidFill>
                <a:latin typeface="Consolas"/>
              </a:rPr>
              <a:t>has_permission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2)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Anyone reads the note (test 3)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owner</a:t>
            </a:r>
            <a:r>
              <a:rPr sz="1900" b="0">
                <a:solidFill>
                  <a:srgbClr val="1C2330"/>
                </a:solidFill>
                <a:latin typeface="Segoe UI"/>
              </a:rPr>
              <a:t> changes the note (test 4)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Not </a:t>
            </a:r>
            <a:r>
              <a:rPr sz="19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IsStaffForDelete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6)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staff</a:t>
            </a:r>
            <a:r>
              <a:rPr sz="1900" b="0">
                <a:solidFill>
                  <a:srgbClr val="1C2330"/>
                </a:solidFill>
                <a:latin typeface="Segoe UI"/>
              </a:rPr>
              <a:t> sends </a:t>
            </a:r>
            <a:r>
              <a:rPr sz="19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Must say no (False)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Anonymous: </a:t>
            </a:r>
            <a:r>
              <a:rPr sz="1900" b="0">
                <a:solidFill>
                  <a:srgbClr val="6A3FC0"/>
                </a:solidFill>
                <a:latin typeface="Consolas"/>
              </a:rPr>
              <a:t>has_permission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1)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other</a:t>
            </a:r>
            <a:r>
              <a:rPr sz="1900" b="0">
                <a:solidFill>
                  <a:srgbClr val="1C2330"/>
                </a:solidFill>
                <a:latin typeface="Segoe UI"/>
              </a:rPr>
              <a:t> changes the note (test 5)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Not staff, sends </a:t>
            </a:r>
            <a:r>
              <a:rPr sz="19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 (test 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request.user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user making the request, filled in before your code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190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AnonymousUser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6190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What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request.user</a:t>
            </a:r>
            <a:r>
              <a:rPr sz="1900" b="0">
                <a:solidFill>
                  <a:srgbClr val="1C2330"/>
                </a:solidFill>
                <a:latin typeface="Segoe UI"/>
              </a:rPr>
              <a:t> is when nobody logged in.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16190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15044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is_authenticated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5044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a logged-in user, </a:t>
            </a:r>
            <a:r>
              <a:rPr sz="1900" b="0">
                <a:solidFill>
                  <a:srgbClr val="6A3FC0"/>
                </a:solidFill>
                <a:latin typeface="Consolas"/>
              </a:rPr>
              <a:t>False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</a:t>
            </a:r>
            <a:r>
              <a:rPr sz="1900" b="0">
                <a:solidFill>
                  <a:srgbClr val="6A3FC0"/>
                </a:solidFill>
                <a:latin typeface="Consolas"/>
              </a:rPr>
              <a:t>AnonymousUser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815044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468186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is_staff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68186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team members (admins), </a:t>
            </a:r>
            <a:r>
              <a:rPr sz="1900" b="0">
                <a:solidFill>
                  <a:srgbClr val="6A3FC0"/>
                </a:solidFill>
                <a:latin typeface="Consolas"/>
              </a:rPr>
              <a:t>False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normal users.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68186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121328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21328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user an object belongs to,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note.owner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121328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774470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safe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74470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Only reads: </a:t>
            </a:r>
            <a:r>
              <a:rPr sz="1900" b="0">
                <a:solidFill>
                  <a:srgbClr val="6A3FC0"/>
                </a:solidFill>
                <a:latin typeface="Consolas"/>
              </a:rPr>
              <a:t>GET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HEAD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OPTIONS</a:t>
            </a:r>
            <a:r>
              <a:rPr sz="1900" b="0">
                <a:solidFill>
                  <a:srgbClr val="1C2330"/>
                </a:solidFill>
                <a:latin typeface="Segoe UI"/>
              </a:rPr>
              <a:t>. Others change data.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477447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427612"/>
            <a:ext cx="3017520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401 / 403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427612"/>
            <a:ext cx="7711135" cy="6531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"Log in first" / "logged in, but not allowed".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5427612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a permission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Up to two methods. In a real API, DRF calls them for you; </a:t>
            </a:r>
            <a:r>
              <a:rPr sz="2000" b="0">
                <a:solidFill>
                  <a:srgbClr val="6A3FC0"/>
                </a:solidFill>
                <a:latin typeface="Consolas"/>
              </a:rPr>
              <a:t>False</a:t>
            </a:r>
            <a:r>
              <a:rPr sz="2000" b="0">
                <a:solidFill>
                  <a:srgbClr val="1C2330"/>
                </a:solidFill>
                <a:latin typeface="Segoe UI"/>
              </a:rPr>
              <a:t> stops the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class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SomePermission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BasePermission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has_permission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view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EVERY request, first: may this user use this endpoint?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has_object_permission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request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view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obj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Only for ONE object, like DELETE /notes/1/, after it's loaded: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may this user do this to THIS object?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user attributes (no brackets)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1455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django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contrib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auth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AnonymousUser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ada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ada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password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x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boss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boss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password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x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is_staff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visitor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AnonymousUser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ada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is_authenticated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ada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is_staff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boss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is_authenticated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boss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is_staff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visitor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is_authenticated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visitor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is_staff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SAFE_METHODS and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x in something</a:t>
            </a:r>
            <a:r>
              <a:rPr sz="2000" b="0">
                <a:solidFill>
                  <a:srgbClr val="1C2330"/>
                </a:solidFill>
                <a:latin typeface="Segoe UI"/>
              </a:rPr>
              <a:t> checks whether </a:t>
            </a:r>
            <a:r>
              <a:rPr sz="2000" b="0">
                <a:solidFill>
                  <a:srgbClr val="6A3FC0"/>
                </a:solidFill>
                <a:latin typeface="Consolas"/>
              </a:rPr>
              <a:t>x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one of the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SAFE_METHODS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GET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SAFE_METHODS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PATCH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SAFE_METHODS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GET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HEAD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OPTIONS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comparing users with ==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1455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types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SimpleNamespace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from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django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contrib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auth</a:t>
            </a:r>
            <a:r>
              <a:rPr sz="1600">
                <a:solidFill>
                  <a:srgbClr val="9CDCFE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models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import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grace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recipe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SimpleNamespace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title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Pancakes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recipe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recipe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recipe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get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username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has_permission vs has_object_permission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has_permission(request, view)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Runs for </a:t>
            </a:r>
            <a:r>
              <a:rPr sz="1900" b="1">
                <a:solidFill>
                  <a:srgbClr val="1C2330"/>
                </a:solidFill>
                <a:latin typeface="Segoe UI"/>
              </a:rPr>
              <a:t>every</a:t>
            </a:r>
            <a:r>
              <a:rPr sz="1900" b="0">
                <a:solidFill>
                  <a:srgbClr val="1C2330"/>
                </a:solidFill>
                <a:latin typeface="Segoe UI"/>
              </a:rPr>
              <a:t> request, first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No object: it can't see an owner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Good for: logged in? is it a </a:t>
            </a:r>
            <a:r>
              <a:rPr sz="19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Tests 1-2, 6-7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has_object_permission(..., obj)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Runs only for </a:t>
            </a:r>
            <a:r>
              <a:rPr sz="1900" b="1">
                <a:solidFill>
                  <a:srgbClr val="1C2330"/>
                </a:solidFill>
                <a:latin typeface="Segoe UI"/>
              </a:rPr>
              <a:t>one</a:t>
            </a:r>
            <a:r>
              <a:rPr sz="1900" b="0">
                <a:solidFill>
                  <a:srgbClr val="1C2330"/>
                </a:solidFill>
                <a:latin typeface="Segoe UI"/>
              </a:rPr>
              <a:t> object,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/notes/1/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Gets </a:t>
            </a:r>
            <a:r>
              <a:rPr sz="1900" b="0">
                <a:solidFill>
                  <a:srgbClr val="6A3FC0"/>
                </a:solidFill>
                <a:latin typeface="Consolas"/>
              </a:rPr>
              <a:t>obj</a:t>
            </a:r>
            <a:r>
              <a:rPr sz="1900" b="0">
                <a:solidFill>
                  <a:srgbClr val="1C2330"/>
                </a:solidFill>
                <a:latin typeface="Segoe UI"/>
              </a:rPr>
              <a:t>, so it can check </a:t>
            </a:r>
            <a:r>
              <a:rPr sz="1900" b="0">
                <a:solidFill>
                  <a:srgbClr val="6A3FC0"/>
                </a:solidFill>
                <a:latin typeface="Consolas"/>
              </a:rPr>
              <a:t>obj.owner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Good for: is this user the owner?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Tests 3-5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answer early, otherwise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same shape as </a:t>
            </a:r>
            <a:r>
              <a:rPr sz="2000" b="0">
                <a:solidFill>
                  <a:srgbClr val="6A3FC0"/>
                </a:solidFill>
                <a:latin typeface="Consolas"/>
              </a:rPr>
              <a:t>has_object_permission</a:t>
            </a:r>
            <a:r>
              <a:rPr sz="2000" b="0">
                <a:solidFill>
                  <a:srgbClr val="1C2330"/>
                </a:solidFill>
                <a:latin typeface="Segoe UI"/>
              </a:rPr>
              <a:t>, on different data: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862072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def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can_enter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age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has_ticket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586C0"/>
                </a:solidFill>
                <a:latin typeface="Consolas"/>
              </a:rPr>
              <a:t>if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age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&lt;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C586C0"/>
                </a:solidFill>
                <a:latin typeface="Consolas"/>
              </a:rPr>
              <a:t>return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small children always get in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C586C0"/>
                </a:solidFill>
                <a:latin typeface="Consolas"/>
              </a:rPr>
              <a:t>return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has_ticket</a:t>
            </a:r>
            <a:r>
              <a:rPr sz="1800">
                <a:solidFill>
                  <a:srgbClr val="D4D4D4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everyone else needs a ticket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can_enter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False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can_enter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30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can_enter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30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False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376672"/>
            <a:ext cx="10911535" cy="795528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has_permission</a:t>
            </a:r>
            <a:r>
              <a:rPr sz="1900" b="0">
                <a:solidFill>
                  <a:srgbClr val="1C2330"/>
                </a:solidFill>
                <a:latin typeface="Segoe UI"/>
              </a:rPr>
              <a:t>: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request.user.is_authenticated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1-2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has_object_permission</a:t>
            </a:r>
            <a:r>
              <a:rPr sz="1900" b="0">
                <a:solidFill>
                  <a:srgbClr val="1C2330"/>
                </a:solidFill>
                <a:latin typeface="Segoe UI"/>
              </a:rPr>
              <a:t>: method in </a:t>
            </a:r>
            <a:r>
              <a:rPr sz="1900" b="0">
                <a:solidFill>
                  <a:srgbClr val="6A3FC0"/>
                </a:solidFill>
                <a:latin typeface="Consolas"/>
              </a:rPr>
              <a:t>SAFE_METHODS</a:t>
            </a:r>
            <a:r>
              <a:rPr sz="1900" b="0">
                <a:solidFill>
                  <a:srgbClr val="1C2330"/>
                </a:solidFill>
                <a:latin typeface="Segoe UI"/>
              </a:rPr>
              <a:t>?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37744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3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4612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Otherwise return whether </a:t>
            </a:r>
            <a:r>
              <a:rPr sz="1900" b="0">
                <a:solidFill>
                  <a:srgbClr val="6A3FC0"/>
                </a:solidFill>
                <a:latin typeface="Consolas"/>
              </a:rPr>
              <a:t>obj.owner</a:t>
            </a:r>
            <a:r>
              <a:rPr sz="1900" b="0">
                <a:solidFill>
                  <a:srgbClr val="1C2330"/>
                </a:solidFill>
                <a:latin typeface="Segoe UI"/>
              </a:rPr>
              <a:t> is the same user as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32461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4-5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2054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IsStaffForDelete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"DELETE"</a:t>
            </a:r>
            <a:r>
              <a:rPr sz="1900" b="0">
                <a:solidFill>
                  <a:srgbClr val="1C2330"/>
                </a:solidFill>
                <a:latin typeface="Segoe UI"/>
              </a:rPr>
              <a:t> → </a:t>
            </a:r>
            <a:r>
              <a:rPr sz="1900" b="0">
                <a:solidFill>
                  <a:srgbClr val="6A3FC0"/>
                </a:solidFill>
                <a:latin typeface="Consolas"/>
              </a:rPr>
              <a:t>request.user.is_staff</a:t>
            </a:r>
            <a:r>
              <a:rPr sz="1900" b="0">
                <a:solidFill>
                  <a:srgbClr val="1C2330"/>
                </a:solidFill>
                <a:latin typeface="Segoe UI"/>
              </a:rPr>
              <a:t>, else </a:t>
            </a:r>
            <a:r>
              <a:rPr sz="1900" b="0">
                <a:solidFill>
                  <a:srgbClr val="6A3FC0"/>
                </a:solidFill>
                <a:latin typeface="Consolas"/>
              </a:rP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4114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6-7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is_authenticated()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 brackets: </a:t>
            </a:r>
            <a:r>
              <a:rPr sz="2400" b="0">
                <a:solidFill>
                  <a:srgbClr val="6A3FC0"/>
                </a:solidFill>
                <a:latin typeface="Consolas"/>
              </a:rPr>
              <a:t>TypeError</a:t>
            </a:r>
            <a:r>
              <a:rPr sz="2400" b="0">
                <a:solidFill>
                  <a:srgbClr val="1C2330"/>
                </a:solidFill>
                <a:latin typeface="Segoe UI"/>
              </a:rPr>
              <a:t>, it's an attribute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Checking the owner in </a:t>
            </a:r>
            <a:r>
              <a:rPr sz="2400" b="0">
                <a:solidFill>
                  <a:srgbClr val="6A3FC0"/>
                </a:solidFill>
                <a:latin typeface="Consolas"/>
              </a:rPr>
              <a:t>has_permission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there's no </a:t>
            </a:r>
            <a:r>
              <a:rPr sz="2400" b="0">
                <a:solidFill>
                  <a:srgbClr val="6A3FC0"/>
                </a:solidFill>
                <a:latin typeface="Consolas"/>
              </a:rPr>
              <a:t>obj</a:t>
            </a:r>
            <a:r>
              <a:rPr sz="2400" b="0">
                <a:solidFill>
                  <a:srgbClr val="1C2330"/>
                </a:solidFill>
                <a:latin typeface="Segoe UI"/>
              </a:rPr>
              <a:t> there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A path with no </a:t>
            </a:r>
            <a:r>
              <a:rPr sz="2400" b="0">
                <a:solidFill>
                  <a:srgbClr val="6A3FC0"/>
                </a:solidFill>
                <a:latin typeface="Consolas"/>
              </a:rPr>
              <a:t>return</a:t>
            </a:r>
            <a:r>
              <a:rPr sz="24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2400" b="0">
                <a:solidFill>
                  <a:srgbClr val="6A3FC0"/>
                </a:solidFill>
                <a:latin typeface="Consolas"/>
              </a:rPr>
              <a:t>None</a:t>
            </a:r>
            <a:r>
              <a:rPr sz="2400" b="0">
                <a:solidFill>
                  <a:srgbClr val="1C2330"/>
                </a:solidFill>
                <a:latin typeface="Segoe UI"/>
              </a:rPr>
              <a:t>, which counts as no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request.method == "delete"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never true: it's </a:t>
            </a:r>
            <a:r>
              <a:rPr sz="2400" b="0">
                <a:solidFill>
                  <a:srgbClr val="6A3FC0"/>
                </a:solidFill>
                <a:latin typeface="Consolas"/>
              </a:rPr>
              <a:t>"DELETE"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Compare users, </a:t>
            </a:r>
            <a:r>
              <a:rPr sz="2400" b="0">
                <a:solidFill>
                  <a:srgbClr val="6A3FC0"/>
                </a:solidFill>
                <a:latin typeface="Consolas"/>
              </a:rPr>
              <a:t>obj.owner == request.user</a:t>
            </a:r>
            <a:r>
              <a:rPr sz="2400" b="0">
                <a:solidFill>
                  <a:srgbClr val="1C2330"/>
                </a:solidFill>
                <a:latin typeface="Segoe UI"/>
              </a:rPr>
              <a:t>, not their usernames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notes app: everyone on the team can read every note, but only you can edit yours, and only an admin can delete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In a DRF view: </a:t>
            </a:r>
            <a:r>
              <a:rPr sz="2000" b="0">
                <a:solidFill>
                  <a:srgbClr val="6A3FC0"/>
                </a:solidFill>
                <a:latin typeface="Consolas"/>
              </a:rPr>
              <a:t>permission_classes = [IsOwnerOrReadOnly, IsStaffForDelete]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DRF calls your methods on every request and replies </a:t>
            </a:r>
            <a:r>
              <a:rPr sz="2000" b="0">
                <a:solidFill>
                  <a:srgbClr val="6A3FC0"/>
                </a:solidFill>
                <a:latin typeface="Consolas"/>
              </a:rPr>
              <a:t>401</a:t>
            </a:r>
            <a:r>
              <a:rPr sz="2000" b="0">
                <a:solidFill>
                  <a:srgbClr val="1C2330"/>
                </a:solidFill>
                <a:latin typeface="Segoe UI"/>
              </a:rPr>
              <a:t> or </a:t>
            </a:r>
            <a:r>
              <a:rPr sz="2000" b="0">
                <a:solidFill>
                  <a:srgbClr val="6A3FC0"/>
                </a:solidFill>
                <a:latin typeface="Consolas"/>
              </a:rPr>
              <a:t>403</a:t>
            </a:r>
            <a:r>
              <a:rPr sz="2000" b="0">
                <a:solidFill>
                  <a:srgbClr val="1C2330"/>
                </a:solidFill>
                <a:latin typeface="Segoe UI"/>
              </a:rPr>
              <a:t> when they say no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 view's code never runs for a refused request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What's the difference between authentication and permissions?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Why must the owner check go in </a:t>
            </a:r>
            <a:r>
              <a:rPr sz="2300" b="0">
                <a:solidFill>
                  <a:srgbClr val="6A3FC0"/>
                </a:solidFill>
                <a:latin typeface="Consolas"/>
              </a:rPr>
              <a:t>has_object_permission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Why write </a:t>
            </a:r>
            <a:r>
              <a:rPr sz="2300" b="0">
                <a:solidFill>
                  <a:srgbClr val="6A3FC0"/>
                </a:solidFill>
                <a:latin typeface="Consolas"/>
              </a:rPr>
              <a:t>is_authenticated</a:t>
            </a:r>
            <a:r>
              <a:rPr sz="2300" b="0">
                <a:solidFill>
                  <a:srgbClr val="1C2330"/>
                </a:solidFill>
                <a:latin typeface="Segoe UI"/>
              </a:rPr>
              <a:t> without brackets?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An anonymous user sends </a:t>
            </a:r>
            <a:r>
              <a:rPr sz="2300" b="0">
                <a:solidFill>
                  <a:srgbClr val="6A3FC0"/>
                </a:solidFill>
                <a:latin typeface="Consolas"/>
              </a:rPr>
              <a:t>DELETE</a:t>
            </a:r>
            <a:r>
              <a:rPr sz="2300" b="0">
                <a:solidFill>
                  <a:srgbClr val="1C2330"/>
                </a:solidFill>
                <a:latin typeface="Segoe UI"/>
              </a:rPr>
              <a:t>. Why don't you need a separate check?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08  ·  Who may do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HTTP 401 Error vs HTTP 403 Error – Status Code Responses Explained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Start here: the difference between 'who are you?' (401) and 'you may not do that' (403), which permissions decide.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Tutorial 4: Authentication &amp; Permissions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tutorial · beginner. Builds an IsOwnerOrReadOnly permission step by step, almost the same class you write here.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Permissions: custom permissions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REST framework · docs · intermediate. Official reference for BasePermission, has_permission, has_object_permission and SAFE_METHODS.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Authorization Cheat Sheet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OWASP · article · intermediate. Security rules of thumb such as 'deny by default' and 'check on every request', to read after the exercise.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